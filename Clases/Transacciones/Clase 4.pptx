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56" r:id="rId5"/>
    <p:sldId id="257" r:id="rId6"/>
    <p:sldId id="361" r:id="rId7"/>
    <p:sldId id="364" r:id="rId8"/>
    <p:sldId id="355" r:id="rId9"/>
    <p:sldId id="304" r:id="rId10"/>
    <p:sldId id="328" r:id="rId11"/>
    <p:sldId id="365" r:id="rId12"/>
    <p:sldId id="366" r:id="rId13"/>
    <p:sldId id="367" r:id="rId14"/>
    <p:sldId id="368" r:id="rId15"/>
    <p:sldId id="369" r:id="rId16"/>
    <p:sldId id="370" r:id="rId17"/>
    <p:sldId id="371" r:id="rId18"/>
    <p:sldId id="353" r:id="rId19"/>
    <p:sldId id="296" r:id="rId20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h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53DCF2-0467-4F49-92CA-9635411CD6BB}" v="41" dt="2026-04-14T16:37:18.169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62" autoAdjust="0"/>
    <p:restoredTop sz="95646" autoAdjust="0"/>
  </p:normalViewPr>
  <p:slideViewPr>
    <p:cSldViewPr snapToGrid="0">
      <p:cViewPr varScale="1">
        <p:scale>
          <a:sx n="64" d="100"/>
          <a:sy n="64" d="100"/>
        </p:scale>
        <p:origin x="1056" y="78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97" d="100"/>
          <a:sy n="97" d="100"/>
        </p:scale>
        <p:origin x="286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UESADA CASTILLO RANDALL JOSUE" userId="b29aff0c-7e4a-4e11-b3dc-2798a24f161e" providerId="ADAL" clId="{7F2C15F9-14F4-41C9-A6D2-58022218BE9B}"/>
    <pc:docChg chg="undo redo custSel addSld delSld modSld sldOrd">
      <pc:chgData name="QUESADA CASTILLO RANDALL JOSUE" userId="b29aff0c-7e4a-4e11-b3dc-2798a24f161e" providerId="ADAL" clId="{7F2C15F9-14F4-41C9-A6D2-58022218BE9B}" dt="2026-04-14T16:38:30.667" v="6364" actId="1076"/>
      <pc:docMkLst>
        <pc:docMk/>
      </pc:docMkLst>
      <pc:sldChg chg="modSp mod">
        <pc:chgData name="QUESADA CASTILLO RANDALL JOSUE" userId="b29aff0c-7e4a-4e11-b3dc-2798a24f161e" providerId="ADAL" clId="{7F2C15F9-14F4-41C9-A6D2-58022218BE9B}" dt="2026-04-14T16:16:20.699" v="5695" actId="20577"/>
        <pc:sldMkLst>
          <pc:docMk/>
          <pc:sldMk cId="2259308896" sldId="256"/>
        </pc:sldMkLst>
        <pc:spChg chg="mod">
          <ac:chgData name="QUESADA CASTILLO RANDALL JOSUE" userId="b29aff0c-7e4a-4e11-b3dc-2798a24f161e" providerId="ADAL" clId="{7F2C15F9-14F4-41C9-A6D2-58022218BE9B}" dt="2026-04-14T16:16:20.699" v="5695" actId="20577"/>
          <ac:spMkLst>
            <pc:docMk/>
            <pc:sldMk cId="2259308896" sldId="256"/>
            <ac:spMk id="6" creationId="{BBC0F21F-D25A-E60F-B9DD-8D1C7B7203FF}"/>
          </ac:spMkLst>
        </pc:spChg>
      </pc:sldChg>
      <pc:sldChg chg="addSp modSp mod modClrScheme chgLayout">
        <pc:chgData name="QUESADA CASTILLO RANDALL JOSUE" userId="b29aff0c-7e4a-4e11-b3dc-2798a24f161e" providerId="ADAL" clId="{7F2C15F9-14F4-41C9-A6D2-58022218BE9B}" dt="2026-04-14T16:19:01.909" v="5801" actId="20577"/>
        <pc:sldMkLst>
          <pc:docMk/>
          <pc:sldMk cId="1325608595" sldId="257"/>
        </pc:sldMkLst>
        <pc:graphicFrameChg chg="mod modGraphic">
          <ac:chgData name="QUESADA CASTILLO RANDALL JOSUE" userId="b29aff0c-7e4a-4e11-b3dc-2798a24f161e" providerId="ADAL" clId="{7F2C15F9-14F4-41C9-A6D2-58022218BE9B}" dt="2026-04-14T16:19:01.909" v="5801" actId="20577"/>
          <ac:graphicFrameMkLst>
            <pc:docMk/>
            <pc:sldMk cId="1325608595" sldId="257"/>
            <ac:graphicFrameMk id="5" creationId="{C206C54B-6301-7941-014E-AE2DA775D4E4}"/>
          </ac:graphicFrameMkLst>
        </pc:graphicFrameChg>
      </pc:sldChg>
      <pc:sldChg chg="addSp delSp modSp del mod">
        <pc:chgData name="QUESADA CASTILLO RANDALL JOSUE" userId="b29aff0c-7e4a-4e11-b3dc-2798a24f161e" providerId="ADAL" clId="{7F2C15F9-14F4-41C9-A6D2-58022218BE9B}" dt="2026-04-14T16:20:12.610" v="5802" actId="47"/>
        <pc:sldMkLst>
          <pc:docMk/>
          <pc:sldMk cId="1265939620" sldId="290"/>
        </pc:sldMkLst>
      </pc:sldChg>
      <pc:sldChg chg="addSp delSp modSp del mod">
        <pc:chgData name="QUESADA CASTILLO RANDALL JOSUE" userId="b29aff0c-7e4a-4e11-b3dc-2798a24f161e" providerId="ADAL" clId="{7F2C15F9-14F4-41C9-A6D2-58022218BE9B}" dt="2026-04-14T16:34:54.026" v="6230" actId="47"/>
        <pc:sldMkLst>
          <pc:docMk/>
          <pc:sldMk cId="534254283" sldId="297"/>
        </pc:sldMkLst>
      </pc:sldChg>
      <pc:sldChg chg="addSp modSp del mod">
        <pc:chgData name="QUESADA CASTILLO RANDALL JOSUE" userId="b29aff0c-7e4a-4e11-b3dc-2798a24f161e" providerId="ADAL" clId="{7F2C15F9-14F4-41C9-A6D2-58022218BE9B}" dt="2026-04-14T16:34:54.026" v="6230" actId="47"/>
        <pc:sldMkLst>
          <pc:docMk/>
          <pc:sldMk cId="3370611093" sldId="298"/>
        </pc:sldMkLst>
      </pc:sldChg>
      <pc:sldChg chg="addSp delSp modSp mod">
        <pc:chgData name="QUESADA CASTILLO RANDALL JOSUE" userId="b29aff0c-7e4a-4e11-b3dc-2798a24f161e" providerId="ADAL" clId="{7F2C15F9-14F4-41C9-A6D2-58022218BE9B}" dt="2026-04-14T16:27:20.342" v="6107" actId="20577"/>
        <pc:sldMkLst>
          <pc:docMk/>
          <pc:sldMk cId="2477588734" sldId="304"/>
        </pc:sldMkLst>
        <pc:spChg chg="add mod">
          <ac:chgData name="QUESADA CASTILLO RANDALL JOSUE" userId="b29aff0c-7e4a-4e11-b3dc-2798a24f161e" providerId="ADAL" clId="{7F2C15F9-14F4-41C9-A6D2-58022218BE9B}" dt="2026-04-14T16:23:37.354" v="5868" actId="14100"/>
          <ac:spMkLst>
            <pc:docMk/>
            <pc:sldMk cId="2477588734" sldId="304"/>
            <ac:spMk id="2" creationId="{42A7C5F1-EC77-F2BB-71D1-C3713DDD6A79}"/>
          </ac:spMkLst>
        </pc:spChg>
        <pc:spChg chg="mod">
          <ac:chgData name="QUESADA CASTILLO RANDALL JOSUE" userId="b29aff0c-7e4a-4e11-b3dc-2798a24f161e" providerId="ADAL" clId="{7F2C15F9-14F4-41C9-A6D2-58022218BE9B}" dt="2026-04-14T16:27:20.342" v="6107" actId="20577"/>
          <ac:spMkLst>
            <pc:docMk/>
            <pc:sldMk cId="2477588734" sldId="304"/>
            <ac:spMk id="3" creationId="{40644860-3D76-42DE-1EB3-A414A76FABB0}"/>
          </ac:spMkLst>
        </pc:spChg>
        <pc:spChg chg="mod">
          <ac:chgData name="QUESADA CASTILLO RANDALL JOSUE" userId="b29aff0c-7e4a-4e11-b3dc-2798a24f161e" providerId="ADAL" clId="{7F2C15F9-14F4-41C9-A6D2-58022218BE9B}" dt="2026-04-14T16:23:04.895" v="5864" actId="20577"/>
          <ac:spMkLst>
            <pc:docMk/>
            <pc:sldMk cId="2477588734" sldId="304"/>
            <ac:spMk id="6" creationId="{CAF86DCB-B2AC-1579-F17B-E0E93C19A913}"/>
          </ac:spMkLst>
        </pc:spChg>
        <pc:picChg chg="add del mod">
          <ac:chgData name="QUESADA CASTILLO RANDALL JOSUE" userId="b29aff0c-7e4a-4e11-b3dc-2798a24f161e" providerId="ADAL" clId="{7F2C15F9-14F4-41C9-A6D2-58022218BE9B}" dt="2026-04-14T16:23:07.357" v="5865" actId="478"/>
          <ac:picMkLst>
            <pc:docMk/>
            <pc:sldMk cId="2477588734" sldId="304"/>
            <ac:picMk id="4" creationId="{AFB6C534-FDB6-66AA-D380-C395F871BCED}"/>
          </ac:picMkLst>
        </pc:picChg>
      </pc:sldChg>
      <pc:sldChg chg="addSp delSp modSp add mod">
        <pc:chgData name="QUESADA CASTILLO RANDALL JOSUE" userId="b29aff0c-7e4a-4e11-b3dc-2798a24f161e" providerId="ADAL" clId="{7F2C15F9-14F4-41C9-A6D2-58022218BE9B}" dt="2026-04-14T16:28:22.009" v="6141" actId="12"/>
        <pc:sldMkLst>
          <pc:docMk/>
          <pc:sldMk cId="1739223790" sldId="328"/>
        </pc:sldMkLst>
        <pc:spChg chg="mod">
          <ac:chgData name="QUESADA CASTILLO RANDALL JOSUE" userId="b29aff0c-7e4a-4e11-b3dc-2798a24f161e" providerId="ADAL" clId="{7F2C15F9-14F4-41C9-A6D2-58022218BE9B}" dt="2026-04-14T16:28:22.009" v="6141" actId="12"/>
          <ac:spMkLst>
            <pc:docMk/>
            <pc:sldMk cId="1739223790" sldId="328"/>
            <ac:spMk id="3" creationId="{766DDC0E-68DA-5AA8-2A72-07EF3EE146E9}"/>
          </ac:spMkLst>
        </pc:spChg>
        <pc:spChg chg="mod">
          <ac:chgData name="QUESADA CASTILLO RANDALL JOSUE" userId="b29aff0c-7e4a-4e11-b3dc-2798a24f161e" providerId="ADAL" clId="{7F2C15F9-14F4-41C9-A6D2-58022218BE9B}" dt="2026-04-14T16:27:30.877" v="6131" actId="20577"/>
          <ac:spMkLst>
            <pc:docMk/>
            <pc:sldMk cId="1739223790" sldId="328"/>
            <ac:spMk id="6" creationId="{CC8293A8-DA21-188F-5E2E-B86AC83D3186}"/>
          </ac:spMkLst>
        </pc:spChg>
        <pc:picChg chg="add del mod">
          <ac:chgData name="QUESADA CASTILLO RANDALL JOSUE" userId="b29aff0c-7e4a-4e11-b3dc-2798a24f161e" providerId="ADAL" clId="{7F2C15F9-14F4-41C9-A6D2-58022218BE9B}" dt="2026-04-14T16:28:05.389" v="6134" actId="478"/>
          <ac:picMkLst>
            <pc:docMk/>
            <pc:sldMk cId="1739223790" sldId="328"/>
            <ac:picMk id="4" creationId="{6EEA13CA-0568-4C1E-679B-24C6FAD04D45}"/>
          </ac:picMkLst>
        </pc:picChg>
        <pc:picChg chg="add mod">
          <ac:chgData name="QUESADA CASTILLO RANDALL JOSUE" userId="b29aff0c-7e4a-4e11-b3dc-2798a24f161e" providerId="ADAL" clId="{7F2C15F9-14F4-41C9-A6D2-58022218BE9B}" dt="2026-04-14T16:28:14.877" v="6140" actId="1076"/>
          <ac:picMkLst>
            <pc:docMk/>
            <pc:sldMk cId="1739223790" sldId="328"/>
            <ac:picMk id="5" creationId="{75279DD4-2025-2109-B185-FE69252C26E2}"/>
          </ac:picMkLst>
        </pc:picChg>
      </pc:sldChg>
      <pc:sldChg chg="addSp delSp modSp add del mod">
        <pc:chgData name="QUESADA CASTILLO RANDALL JOSUE" userId="b29aff0c-7e4a-4e11-b3dc-2798a24f161e" providerId="ADAL" clId="{7F2C15F9-14F4-41C9-A6D2-58022218BE9B}" dt="2026-04-14T16:34:54.026" v="6230" actId="47"/>
        <pc:sldMkLst>
          <pc:docMk/>
          <pc:sldMk cId="1579485490" sldId="329"/>
        </pc:sldMkLst>
      </pc:sldChg>
      <pc:sldChg chg="addSp delSp modSp add del mod">
        <pc:chgData name="QUESADA CASTILLO RANDALL JOSUE" userId="b29aff0c-7e4a-4e11-b3dc-2798a24f161e" providerId="ADAL" clId="{7F2C15F9-14F4-41C9-A6D2-58022218BE9B}" dt="2026-04-14T16:34:54.026" v="6230" actId="47"/>
        <pc:sldMkLst>
          <pc:docMk/>
          <pc:sldMk cId="1460903096" sldId="330"/>
        </pc:sldMkLst>
      </pc:sldChg>
      <pc:sldChg chg="addSp delSp modSp add del mod ord">
        <pc:chgData name="QUESADA CASTILLO RANDALL JOSUE" userId="b29aff0c-7e4a-4e11-b3dc-2798a24f161e" providerId="ADAL" clId="{7F2C15F9-14F4-41C9-A6D2-58022218BE9B}" dt="2026-04-14T16:34:54.026" v="6230" actId="47"/>
        <pc:sldMkLst>
          <pc:docMk/>
          <pc:sldMk cId="1730301824" sldId="331"/>
        </pc:sldMkLst>
      </pc:sldChg>
      <pc:sldChg chg="addSp modSp add del mod">
        <pc:chgData name="QUESADA CASTILLO RANDALL JOSUE" userId="b29aff0c-7e4a-4e11-b3dc-2798a24f161e" providerId="ADAL" clId="{7F2C15F9-14F4-41C9-A6D2-58022218BE9B}" dt="2026-04-14T16:34:54.026" v="6230" actId="47"/>
        <pc:sldMkLst>
          <pc:docMk/>
          <pc:sldMk cId="3011585753" sldId="332"/>
        </pc:sldMkLst>
      </pc:sldChg>
      <pc:sldChg chg="addSp modSp add del mod">
        <pc:chgData name="QUESADA CASTILLO RANDALL JOSUE" userId="b29aff0c-7e4a-4e11-b3dc-2798a24f161e" providerId="ADAL" clId="{7F2C15F9-14F4-41C9-A6D2-58022218BE9B}" dt="2026-04-14T16:37:35.633" v="6361" actId="47"/>
        <pc:sldMkLst>
          <pc:docMk/>
          <pc:sldMk cId="2541330548" sldId="333"/>
        </pc:sldMkLst>
      </pc:sldChg>
      <pc:sldChg chg="addSp delSp modSp add del mod">
        <pc:chgData name="QUESADA CASTILLO RANDALL JOSUE" userId="b29aff0c-7e4a-4e11-b3dc-2798a24f161e" providerId="ADAL" clId="{7F2C15F9-14F4-41C9-A6D2-58022218BE9B}" dt="2026-04-14T16:37:35.633" v="6361" actId="47"/>
        <pc:sldMkLst>
          <pc:docMk/>
          <pc:sldMk cId="2289318680" sldId="334"/>
        </pc:sldMkLst>
      </pc:sldChg>
      <pc:sldChg chg="modSp add del mod">
        <pc:chgData name="QUESADA CASTILLO RANDALL JOSUE" userId="b29aff0c-7e4a-4e11-b3dc-2798a24f161e" providerId="ADAL" clId="{7F2C15F9-14F4-41C9-A6D2-58022218BE9B}" dt="2026-04-14T16:37:35.633" v="6361" actId="47"/>
        <pc:sldMkLst>
          <pc:docMk/>
          <pc:sldMk cId="1558388775" sldId="335"/>
        </pc:sldMkLst>
      </pc:sldChg>
      <pc:sldChg chg="addSp delSp modSp add del mod">
        <pc:chgData name="QUESADA CASTILLO RANDALL JOSUE" userId="b29aff0c-7e4a-4e11-b3dc-2798a24f161e" providerId="ADAL" clId="{7F2C15F9-14F4-41C9-A6D2-58022218BE9B}" dt="2026-04-14T16:34:54.026" v="6230" actId="47"/>
        <pc:sldMkLst>
          <pc:docMk/>
          <pc:sldMk cId="770248985" sldId="336"/>
        </pc:sldMkLst>
      </pc:sldChg>
      <pc:sldChg chg="delSp modSp add del mod">
        <pc:chgData name="QUESADA CASTILLO RANDALL JOSUE" userId="b29aff0c-7e4a-4e11-b3dc-2798a24f161e" providerId="ADAL" clId="{7F2C15F9-14F4-41C9-A6D2-58022218BE9B}" dt="2026-04-14T16:34:54.026" v="6230" actId="47"/>
        <pc:sldMkLst>
          <pc:docMk/>
          <pc:sldMk cId="4194726471" sldId="337"/>
        </pc:sldMkLst>
      </pc:sldChg>
      <pc:sldChg chg="delSp modSp add del mod">
        <pc:chgData name="QUESADA CASTILLO RANDALL JOSUE" userId="b29aff0c-7e4a-4e11-b3dc-2798a24f161e" providerId="ADAL" clId="{7F2C15F9-14F4-41C9-A6D2-58022218BE9B}" dt="2026-04-14T16:34:54.026" v="6230" actId="47"/>
        <pc:sldMkLst>
          <pc:docMk/>
          <pc:sldMk cId="1884881557" sldId="338"/>
        </pc:sldMkLst>
      </pc:sldChg>
      <pc:sldChg chg="addSp delSp modSp add del mod">
        <pc:chgData name="QUESADA CASTILLO RANDALL JOSUE" userId="b29aff0c-7e4a-4e11-b3dc-2798a24f161e" providerId="ADAL" clId="{7F2C15F9-14F4-41C9-A6D2-58022218BE9B}" dt="2026-04-14T16:34:54.026" v="6230" actId="47"/>
        <pc:sldMkLst>
          <pc:docMk/>
          <pc:sldMk cId="2304586049" sldId="339"/>
        </pc:sldMkLst>
      </pc:sldChg>
      <pc:sldChg chg="delSp modSp add del mod">
        <pc:chgData name="QUESADA CASTILLO RANDALL JOSUE" userId="b29aff0c-7e4a-4e11-b3dc-2798a24f161e" providerId="ADAL" clId="{7F2C15F9-14F4-41C9-A6D2-58022218BE9B}" dt="2026-04-14T16:34:54.026" v="6230" actId="47"/>
        <pc:sldMkLst>
          <pc:docMk/>
          <pc:sldMk cId="1074066710" sldId="340"/>
        </pc:sldMkLst>
      </pc:sldChg>
      <pc:sldChg chg="addSp delSp modSp add del mod">
        <pc:chgData name="QUESADA CASTILLO RANDALL JOSUE" userId="b29aff0c-7e4a-4e11-b3dc-2798a24f161e" providerId="ADAL" clId="{7F2C15F9-14F4-41C9-A6D2-58022218BE9B}" dt="2026-04-14T16:34:54.026" v="6230" actId="47"/>
        <pc:sldMkLst>
          <pc:docMk/>
          <pc:sldMk cId="2317003868" sldId="341"/>
        </pc:sldMkLst>
      </pc:sldChg>
      <pc:sldChg chg="delSp modSp add del mod">
        <pc:chgData name="QUESADA CASTILLO RANDALL JOSUE" userId="b29aff0c-7e4a-4e11-b3dc-2798a24f161e" providerId="ADAL" clId="{7F2C15F9-14F4-41C9-A6D2-58022218BE9B}" dt="2026-04-14T16:34:54.026" v="6230" actId="47"/>
        <pc:sldMkLst>
          <pc:docMk/>
          <pc:sldMk cId="3318821283" sldId="342"/>
        </pc:sldMkLst>
      </pc:sldChg>
      <pc:sldChg chg="modSp add del mod">
        <pc:chgData name="QUESADA CASTILLO RANDALL JOSUE" userId="b29aff0c-7e4a-4e11-b3dc-2798a24f161e" providerId="ADAL" clId="{7F2C15F9-14F4-41C9-A6D2-58022218BE9B}" dt="2026-04-14T16:37:35.633" v="6361" actId="47"/>
        <pc:sldMkLst>
          <pc:docMk/>
          <pc:sldMk cId="3538680302" sldId="343"/>
        </pc:sldMkLst>
      </pc:sldChg>
      <pc:sldChg chg="modSp add del mod">
        <pc:chgData name="QUESADA CASTILLO RANDALL JOSUE" userId="b29aff0c-7e4a-4e11-b3dc-2798a24f161e" providerId="ADAL" clId="{7F2C15F9-14F4-41C9-A6D2-58022218BE9B}" dt="2026-04-14T16:37:35.633" v="6361" actId="47"/>
        <pc:sldMkLst>
          <pc:docMk/>
          <pc:sldMk cId="382697829" sldId="344"/>
        </pc:sldMkLst>
      </pc:sldChg>
      <pc:sldChg chg="modSp add del mod">
        <pc:chgData name="QUESADA CASTILLO RANDALL JOSUE" userId="b29aff0c-7e4a-4e11-b3dc-2798a24f161e" providerId="ADAL" clId="{7F2C15F9-14F4-41C9-A6D2-58022218BE9B}" dt="2026-04-14T16:37:35.633" v="6361" actId="47"/>
        <pc:sldMkLst>
          <pc:docMk/>
          <pc:sldMk cId="3982919499" sldId="345"/>
        </pc:sldMkLst>
      </pc:sldChg>
      <pc:sldChg chg="modSp add del mod">
        <pc:chgData name="QUESADA CASTILLO RANDALL JOSUE" userId="b29aff0c-7e4a-4e11-b3dc-2798a24f161e" providerId="ADAL" clId="{7F2C15F9-14F4-41C9-A6D2-58022218BE9B}" dt="2026-04-14T16:37:35.633" v="6361" actId="47"/>
        <pc:sldMkLst>
          <pc:docMk/>
          <pc:sldMk cId="2029029986" sldId="346"/>
        </pc:sldMkLst>
      </pc:sldChg>
      <pc:sldChg chg="addSp modSp add del mod">
        <pc:chgData name="QUESADA CASTILLO RANDALL JOSUE" userId="b29aff0c-7e4a-4e11-b3dc-2798a24f161e" providerId="ADAL" clId="{7F2C15F9-14F4-41C9-A6D2-58022218BE9B}" dt="2026-04-14T16:37:35.633" v="6361" actId="47"/>
        <pc:sldMkLst>
          <pc:docMk/>
          <pc:sldMk cId="1504765599" sldId="347"/>
        </pc:sldMkLst>
      </pc:sldChg>
      <pc:sldChg chg="modSp add del mod">
        <pc:chgData name="QUESADA CASTILLO RANDALL JOSUE" userId="b29aff0c-7e4a-4e11-b3dc-2798a24f161e" providerId="ADAL" clId="{7F2C15F9-14F4-41C9-A6D2-58022218BE9B}" dt="2026-04-14T16:37:35.633" v="6361" actId="47"/>
        <pc:sldMkLst>
          <pc:docMk/>
          <pc:sldMk cId="2315358264" sldId="348"/>
        </pc:sldMkLst>
      </pc:sldChg>
      <pc:sldChg chg="modSp add del mod">
        <pc:chgData name="QUESADA CASTILLO RANDALL JOSUE" userId="b29aff0c-7e4a-4e11-b3dc-2798a24f161e" providerId="ADAL" clId="{7F2C15F9-14F4-41C9-A6D2-58022218BE9B}" dt="2026-04-14T16:37:35.633" v="6361" actId="47"/>
        <pc:sldMkLst>
          <pc:docMk/>
          <pc:sldMk cId="326714196" sldId="349"/>
        </pc:sldMkLst>
      </pc:sldChg>
      <pc:sldChg chg="modSp add del mod">
        <pc:chgData name="QUESADA CASTILLO RANDALL JOSUE" userId="b29aff0c-7e4a-4e11-b3dc-2798a24f161e" providerId="ADAL" clId="{7F2C15F9-14F4-41C9-A6D2-58022218BE9B}" dt="2026-04-14T16:37:35.633" v="6361" actId="47"/>
        <pc:sldMkLst>
          <pc:docMk/>
          <pc:sldMk cId="1994136278" sldId="350"/>
        </pc:sldMkLst>
      </pc:sldChg>
      <pc:sldChg chg="modSp add del mod">
        <pc:chgData name="QUESADA CASTILLO RANDALL JOSUE" userId="b29aff0c-7e4a-4e11-b3dc-2798a24f161e" providerId="ADAL" clId="{7F2C15F9-14F4-41C9-A6D2-58022218BE9B}" dt="2026-04-14T16:37:35.633" v="6361" actId="47"/>
        <pc:sldMkLst>
          <pc:docMk/>
          <pc:sldMk cId="1025645493" sldId="351"/>
        </pc:sldMkLst>
      </pc:sldChg>
      <pc:sldChg chg="modSp add del mod">
        <pc:chgData name="QUESADA CASTILLO RANDALL JOSUE" userId="b29aff0c-7e4a-4e11-b3dc-2798a24f161e" providerId="ADAL" clId="{7F2C15F9-14F4-41C9-A6D2-58022218BE9B}" dt="2026-04-14T16:37:35.633" v="6361" actId="47"/>
        <pc:sldMkLst>
          <pc:docMk/>
          <pc:sldMk cId="2567402115" sldId="352"/>
        </pc:sldMkLst>
      </pc:sldChg>
      <pc:sldChg chg="modSp add mod">
        <pc:chgData name="QUESADA CASTILLO RANDALL JOSUE" userId="b29aff0c-7e4a-4e11-b3dc-2798a24f161e" providerId="ADAL" clId="{7F2C15F9-14F4-41C9-A6D2-58022218BE9B}" dt="2026-04-14T16:38:30.667" v="6364" actId="1076"/>
        <pc:sldMkLst>
          <pc:docMk/>
          <pc:sldMk cId="3226480656" sldId="353"/>
        </pc:sldMkLst>
        <pc:spChg chg="mod">
          <ac:chgData name="QUESADA CASTILLO RANDALL JOSUE" userId="b29aff0c-7e4a-4e11-b3dc-2798a24f161e" providerId="ADAL" clId="{7F2C15F9-14F4-41C9-A6D2-58022218BE9B}" dt="2026-03-20T17:32:14.523" v="4627" actId="27636"/>
          <ac:spMkLst>
            <pc:docMk/>
            <pc:sldMk cId="3226480656" sldId="353"/>
            <ac:spMk id="3" creationId="{C169706F-8F58-41D9-5EBE-36776B678833}"/>
          </ac:spMkLst>
        </pc:spChg>
        <pc:spChg chg="mod">
          <ac:chgData name="QUESADA CASTILLO RANDALL JOSUE" userId="b29aff0c-7e4a-4e11-b3dc-2798a24f161e" providerId="ADAL" clId="{7F2C15F9-14F4-41C9-A6D2-58022218BE9B}" dt="2026-04-14T16:38:30.667" v="6364" actId="1076"/>
          <ac:spMkLst>
            <pc:docMk/>
            <pc:sldMk cId="3226480656" sldId="353"/>
            <ac:spMk id="6" creationId="{4F99A5A0-44FF-8C26-5D2B-85AC2AC4C40B}"/>
          </ac:spMkLst>
        </pc:spChg>
      </pc:sldChg>
      <pc:sldChg chg="addSp delSp modSp add del mod">
        <pc:chgData name="QUESADA CASTILLO RANDALL JOSUE" userId="b29aff0c-7e4a-4e11-b3dc-2798a24f161e" providerId="ADAL" clId="{7F2C15F9-14F4-41C9-A6D2-58022218BE9B}" dt="2026-04-14T16:37:35.633" v="6361" actId="47"/>
        <pc:sldMkLst>
          <pc:docMk/>
          <pc:sldMk cId="1324951660" sldId="354"/>
        </pc:sldMkLst>
      </pc:sldChg>
      <pc:sldChg chg="addSp delSp modSp add mod">
        <pc:chgData name="QUESADA CASTILLO RANDALL JOSUE" userId="b29aff0c-7e4a-4e11-b3dc-2798a24f161e" providerId="ADAL" clId="{7F2C15F9-14F4-41C9-A6D2-58022218BE9B}" dt="2026-04-14T16:22:52.676" v="5838" actId="1076"/>
        <pc:sldMkLst>
          <pc:docMk/>
          <pc:sldMk cId="2444118942" sldId="355"/>
        </pc:sldMkLst>
        <pc:spChg chg="mod">
          <ac:chgData name="QUESADA CASTILLO RANDALL JOSUE" userId="b29aff0c-7e4a-4e11-b3dc-2798a24f161e" providerId="ADAL" clId="{7F2C15F9-14F4-41C9-A6D2-58022218BE9B}" dt="2026-04-14T16:22:52.676" v="5838" actId="1076"/>
          <ac:spMkLst>
            <pc:docMk/>
            <pc:sldMk cId="2444118942" sldId="355"/>
            <ac:spMk id="3" creationId="{11D2D125-F310-B82A-FF27-3D0A939E2B70}"/>
          </ac:spMkLst>
        </pc:spChg>
        <pc:spChg chg="mod">
          <ac:chgData name="QUESADA CASTILLO RANDALL JOSUE" userId="b29aff0c-7e4a-4e11-b3dc-2798a24f161e" providerId="ADAL" clId="{7F2C15F9-14F4-41C9-A6D2-58022218BE9B}" dt="2026-04-14T16:22:35.468" v="5832" actId="20577"/>
          <ac:spMkLst>
            <pc:docMk/>
            <pc:sldMk cId="2444118942" sldId="355"/>
            <ac:spMk id="6" creationId="{B3D36806-E807-1388-BA60-A49D104D2AEB}"/>
          </ac:spMkLst>
        </pc:spChg>
        <pc:picChg chg="add del mod">
          <ac:chgData name="QUESADA CASTILLO RANDALL JOSUE" userId="b29aff0c-7e4a-4e11-b3dc-2798a24f161e" providerId="ADAL" clId="{7F2C15F9-14F4-41C9-A6D2-58022218BE9B}" dt="2026-04-14T16:22:41.586" v="5833" actId="478"/>
          <ac:picMkLst>
            <pc:docMk/>
            <pc:sldMk cId="2444118942" sldId="355"/>
            <ac:picMk id="1028" creationId="{DAAB24E0-7F20-076F-5B59-B4245FC2F268}"/>
          </ac:picMkLst>
        </pc:picChg>
      </pc:sldChg>
      <pc:sldChg chg="addSp delSp modSp add del mod">
        <pc:chgData name="QUESADA CASTILLO RANDALL JOSUE" userId="b29aff0c-7e4a-4e11-b3dc-2798a24f161e" providerId="ADAL" clId="{7F2C15F9-14F4-41C9-A6D2-58022218BE9B}" dt="2026-04-14T16:20:12.610" v="5802" actId="47"/>
        <pc:sldMkLst>
          <pc:docMk/>
          <pc:sldMk cId="3104449200" sldId="356"/>
        </pc:sldMkLst>
      </pc:sldChg>
      <pc:sldChg chg="addSp delSp modSp add del mod">
        <pc:chgData name="QUESADA CASTILLO RANDALL JOSUE" userId="b29aff0c-7e4a-4e11-b3dc-2798a24f161e" providerId="ADAL" clId="{7F2C15F9-14F4-41C9-A6D2-58022218BE9B}" dt="2026-04-14T16:20:12.610" v="5802" actId="47"/>
        <pc:sldMkLst>
          <pc:docMk/>
          <pc:sldMk cId="535911360" sldId="357"/>
        </pc:sldMkLst>
      </pc:sldChg>
      <pc:sldChg chg="addSp delSp modSp add del mod">
        <pc:chgData name="QUESADA CASTILLO RANDALL JOSUE" userId="b29aff0c-7e4a-4e11-b3dc-2798a24f161e" providerId="ADAL" clId="{7F2C15F9-14F4-41C9-A6D2-58022218BE9B}" dt="2026-04-14T16:20:12.610" v="5802" actId="47"/>
        <pc:sldMkLst>
          <pc:docMk/>
          <pc:sldMk cId="273960339" sldId="358"/>
        </pc:sldMkLst>
      </pc:sldChg>
      <pc:sldChg chg="modSp add del mod">
        <pc:chgData name="QUESADA CASTILLO RANDALL JOSUE" userId="b29aff0c-7e4a-4e11-b3dc-2798a24f161e" providerId="ADAL" clId="{7F2C15F9-14F4-41C9-A6D2-58022218BE9B}" dt="2026-04-14T16:20:12.610" v="5802" actId="47"/>
        <pc:sldMkLst>
          <pc:docMk/>
          <pc:sldMk cId="222723730" sldId="359"/>
        </pc:sldMkLst>
      </pc:sldChg>
      <pc:sldChg chg="addSp delSp modSp add del mod">
        <pc:chgData name="QUESADA CASTILLO RANDALL JOSUE" userId="b29aff0c-7e4a-4e11-b3dc-2798a24f161e" providerId="ADAL" clId="{7F2C15F9-14F4-41C9-A6D2-58022218BE9B}" dt="2026-04-14T16:20:12.610" v="5802" actId="47"/>
        <pc:sldMkLst>
          <pc:docMk/>
          <pc:sldMk cId="1668462944" sldId="360"/>
        </pc:sldMkLst>
      </pc:sldChg>
      <pc:sldChg chg="addSp delSp modSp add mod ord">
        <pc:chgData name="QUESADA CASTILLO RANDALL JOSUE" userId="b29aff0c-7e4a-4e11-b3dc-2798a24f161e" providerId="ADAL" clId="{7F2C15F9-14F4-41C9-A6D2-58022218BE9B}" dt="2026-04-14T16:20:51.311" v="5823" actId="1076"/>
        <pc:sldMkLst>
          <pc:docMk/>
          <pc:sldMk cId="1519792150" sldId="361"/>
        </pc:sldMkLst>
        <pc:spChg chg="del mod">
          <ac:chgData name="QUESADA CASTILLO RANDALL JOSUE" userId="b29aff0c-7e4a-4e11-b3dc-2798a24f161e" providerId="ADAL" clId="{7F2C15F9-14F4-41C9-A6D2-58022218BE9B}" dt="2026-04-14T16:20:30.262" v="5816" actId="478"/>
          <ac:spMkLst>
            <pc:docMk/>
            <pc:sldMk cId="1519792150" sldId="361"/>
            <ac:spMk id="3" creationId="{E8906376-63B8-2AF7-51FB-197359001C75}"/>
          </ac:spMkLst>
        </pc:spChg>
        <pc:spChg chg="add mod">
          <ac:chgData name="QUESADA CASTILLO RANDALL JOSUE" userId="b29aff0c-7e4a-4e11-b3dc-2798a24f161e" providerId="ADAL" clId="{7F2C15F9-14F4-41C9-A6D2-58022218BE9B}" dt="2026-04-14T16:20:51.311" v="5823" actId="1076"/>
          <ac:spMkLst>
            <pc:docMk/>
            <pc:sldMk cId="1519792150" sldId="361"/>
            <ac:spMk id="4" creationId="{81AE4C27-3385-70E2-1ECF-BF05C339664E}"/>
          </ac:spMkLst>
        </pc:spChg>
        <pc:spChg chg="mod">
          <ac:chgData name="QUESADA CASTILLO RANDALL JOSUE" userId="b29aff0c-7e4a-4e11-b3dc-2798a24f161e" providerId="ADAL" clId="{7F2C15F9-14F4-41C9-A6D2-58022218BE9B}" dt="2026-04-14T16:20:20.860" v="5815" actId="20577"/>
          <ac:spMkLst>
            <pc:docMk/>
            <pc:sldMk cId="1519792150" sldId="361"/>
            <ac:spMk id="6" creationId="{CF87906E-5BA5-FD66-B450-0C47A48B1B88}"/>
          </ac:spMkLst>
        </pc:spChg>
        <pc:picChg chg="add del mod">
          <ac:chgData name="QUESADA CASTILLO RANDALL JOSUE" userId="b29aff0c-7e4a-4e11-b3dc-2798a24f161e" providerId="ADAL" clId="{7F2C15F9-14F4-41C9-A6D2-58022218BE9B}" dt="2026-04-14T16:20:40.193" v="5819" actId="478"/>
          <ac:picMkLst>
            <pc:docMk/>
            <pc:sldMk cId="1519792150" sldId="361"/>
            <ac:picMk id="10242" creationId="{49208C8F-1D97-3607-2F01-DB315588F6C8}"/>
          </ac:picMkLst>
        </pc:picChg>
      </pc:sldChg>
      <pc:sldChg chg="addSp delSp modSp add del mod">
        <pc:chgData name="QUESADA CASTILLO RANDALL JOSUE" userId="b29aff0c-7e4a-4e11-b3dc-2798a24f161e" providerId="ADAL" clId="{7F2C15F9-14F4-41C9-A6D2-58022218BE9B}" dt="2026-04-14T16:34:54.026" v="6230" actId="47"/>
        <pc:sldMkLst>
          <pc:docMk/>
          <pc:sldMk cId="1331525065" sldId="362"/>
        </pc:sldMkLst>
      </pc:sldChg>
      <pc:sldChg chg="delSp modSp add del mod ord">
        <pc:chgData name="QUESADA CASTILLO RANDALL JOSUE" userId="b29aff0c-7e4a-4e11-b3dc-2798a24f161e" providerId="ADAL" clId="{7F2C15F9-14F4-41C9-A6D2-58022218BE9B}" dt="2026-04-14T16:34:54.026" v="6230" actId="47"/>
        <pc:sldMkLst>
          <pc:docMk/>
          <pc:sldMk cId="995478241" sldId="363"/>
        </pc:sldMkLst>
      </pc:sldChg>
      <pc:sldChg chg="modSp add mod">
        <pc:chgData name="QUESADA CASTILLO RANDALL JOSUE" userId="b29aff0c-7e4a-4e11-b3dc-2798a24f161e" providerId="ADAL" clId="{7F2C15F9-14F4-41C9-A6D2-58022218BE9B}" dt="2026-04-14T16:21:13.234" v="5828" actId="1076"/>
        <pc:sldMkLst>
          <pc:docMk/>
          <pc:sldMk cId="1628778160" sldId="364"/>
        </pc:sldMkLst>
        <pc:spChg chg="mod">
          <ac:chgData name="QUESADA CASTILLO RANDALL JOSUE" userId="b29aff0c-7e4a-4e11-b3dc-2798a24f161e" providerId="ADAL" clId="{7F2C15F9-14F4-41C9-A6D2-58022218BE9B}" dt="2026-04-14T16:21:13.234" v="5828" actId="1076"/>
          <ac:spMkLst>
            <pc:docMk/>
            <pc:sldMk cId="1628778160" sldId="364"/>
            <ac:spMk id="4" creationId="{68AE6F18-99F5-49C5-FA91-111E2C1E8CCA}"/>
          </ac:spMkLst>
        </pc:spChg>
      </pc:sldChg>
      <pc:sldChg chg="delSp modSp add mod">
        <pc:chgData name="QUESADA CASTILLO RANDALL JOSUE" userId="b29aff0c-7e4a-4e11-b3dc-2798a24f161e" providerId="ADAL" clId="{7F2C15F9-14F4-41C9-A6D2-58022218BE9B}" dt="2026-04-14T16:33:03.209" v="6183" actId="20577"/>
        <pc:sldMkLst>
          <pc:docMk/>
          <pc:sldMk cId="2075367635" sldId="365"/>
        </pc:sldMkLst>
        <pc:spChg chg="mod">
          <ac:chgData name="QUESADA CASTILLO RANDALL JOSUE" userId="b29aff0c-7e4a-4e11-b3dc-2798a24f161e" providerId="ADAL" clId="{7F2C15F9-14F4-41C9-A6D2-58022218BE9B}" dt="2026-04-14T16:31:21.927" v="6180" actId="15"/>
          <ac:spMkLst>
            <pc:docMk/>
            <pc:sldMk cId="2075367635" sldId="365"/>
            <ac:spMk id="3" creationId="{A549AB01-059B-C3B3-E4AB-AD7B272E494D}"/>
          </ac:spMkLst>
        </pc:spChg>
        <pc:spChg chg="mod">
          <ac:chgData name="QUESADA CASTILLO RANDALL JOSUE" userId="b29aff0c-7e4a-4e11-b3dc-2798a24f161e" providerId="ADAL" clId="{7F2C15F9-14F4-41C9-A6D2-58022218BE9B}" dt="2026-04-14T16:33:03.209" v="6183" actId="20577"/>
          <ac:spMkLst>
            <pc:docMk/>
            <pc:sldMk cId="2075367635" sldId="365"/>
            <ac:spMk id="6" creationId="{074382CC-68EA-B8F5-9450-809886F71A94}"/>
          </ac:spMkLst>
        </pc:spChg>
        <pc:picChg chg="del">
          <ac:chgData name="QUESADA CASTILLO RANDALL JOSUE" userId="b29aff0c-7e4a-4e11-b3dc-2798a24f161e" providerId="ADAL" clId="{7F2C15F9-14F4-41C9-A6D2-58022218BE9B}" dt="2026-04-14T16:30:58.725" v="6167" actId="478"/>
          <ac:picMkLst>
            <pc:docMk/>
            <pc:sldMk cId="2075367635" sldId="365"/>
            <ac:picMk id="5" creationId="{C64F61DD-5541-027A-48E8-65AEB1CCFEBC}"/>
          </ac:picMkLst>
        </pc:picChg>
      </pc:sldChg>
      <pc:sldChg chg="addSp delSp modSp add mod">
        <pc:chgData name="QUESADA CASTILLO RANDALL JOSUE" userId="b29aff0c-7e4a-4e11-b3dc-2798a24f161e" providerId="ADAL" clId="{7F2C15F9-14F4-41C9-A6D2-58022218BE9B}" dt="2026-04-14T16:33:34.418" v="6191" actId="14100"/>
        <pc:sldMkLst>
          <pc:docMk/>
          <pc:sldMk cId="2272189363" sldId="366"/>
        </pc:sldMkLst>
        <pc:spChg chg="add">
          <ac:chgData name="QUESADA CASTILLO RANDALL JOSUE" userId="b29aff0c-7e4a-4e11-b3dc-2798a24f161e" providerId="ADAL" clId="{7F2C15F9-14F4-41C9-A6D2-58022218BE9B}" dt="2026-04-14T16:33:17.716" v="6185"/>
          <ac:spMkLst>
            <pc:docMk/>
            <pc:sldMk cId="2272189363" sldId="366"/>
            <ac:spMk id="2" creationId="{039D5F79-7071-8399-8B36-449A5324A049}"/>
          </ac:spMkLst>
        </pc:spChg>
        <pc:spChg chg="del mod">
          <ac:chgData name="QUESADA CASTILLO RANDALL JOSUE" userId="b29aff0c-7e4a-4e11-b3dc-2798a24f161e" providerId="ADAL" clId="{7F2C15F9-14F4-41C9-A6D2-58022218BE9B}" dt="2026-04-14T16:33:22.049" v="6187"/>
          <ac:spMkLst>
            <pc:docMk/>
            <pc:sldMk cId="2272189363" sldId="366"/>
            <ac:spMk id="3" creationId="{3CE379C0-9A70-7544-7938-CE9197DC09E6}"/>
          </ac:spMkLst>
        </pc:spChg>
        <pc:spChg chg="add mod">
          <ac:chgData name="QUESADA CASTILLO RANDALL JOSUE" userId="b29aff0c-7e4a-4e11-b3dc-2798a24f161e" providerId="ADAL" clId="{7F2C15F9-14F4-41C9-A6D2-58022218BE9B}" dt="2026-04-14T16:33:34.418" v="6191" actId="14100"/>
          <ac:spMkLst>
            <pc:docMk/>
            <pc:sldMk cId="2272189363" sldId="366"/>
            <ac:spMk id="4" creationId="{D2EA81C7-0775-CF0E-CBCC-D23E2CEA505C}"/>
          </ac:spMkLst>
        </pc:spChg>
        <pc:spChg chg="mod">
          <ac:chgData name="QUESADA CASTILLO RANDALL JOSUE" userId="b29aff0c-7e4a-4e11-b3dc-2798a24f161e" providerId="ADAL" clId="{7F2C15F9-14F4-41C9-A6D2-58022218BE9B}" dt="2026-04-14T16:33:12.381" v="6184"/>
          <ac:spMkLst>
            <pc:docMk/>
            <pc:sldMk cId="2272189363" sldId="366"/>
            <ac:spMk id="6" creationId="{582BC5D1-69BF-EDB3-0BA0-D1C7FA6FAD79}"/>
          </ac:spMkLst>
        </pc:spChg>
      </pc:sldChg>
      <pc:sldChg chg="addSp delSp modSp add mod">
        <pc:chgData name="QUESADA CASTILLO RANDALL JOSUE" userId="b29aff0c-7e4a-4e11-b3dc-2798a24f161e" providerId="ADAL" clId="{7F2C15F9-14F4-41C9-A6D2-58022218BE9B}" dt="2026-04-14T16:34:33.776" v="6228" actId="2710"/>
        <pc:sldMkLst>
          <pc:docMk/>
          <pc:sldMk cId="1038918061" sldId="367"/>
        </pc:sldMkLst>
        <pc:spChg chg="add">
          <ac:chgData name="QUESADA CASTILLO RANDALL JOSUE" userId="b29aff0c-7e4a-4e11-b3dc-2798a24f161e" providerId="ADAL" clId="{7F2C15F9-14F4-41C9-A6D2-58022218BE9B}" dt="2026-04-14T16:34:05.444" v="6219"/>
          <ac:spMkLst>
            <pc:docMk/>
            <pc:sldMk cId="1038918061" sldId="367"/>
            <ac:spMk id="2" creationId="{13A58831-C00C-DC77-04E9-B7A24FACA6C3}"/>
          </ac:spMkLst>
        </pc:spChg>
        <pc:spChg chg="add mod">
          <ac:chgData name="QUESADA CASTILLO RANDALL JOSUE" userId="b29aff0c-7e4a-4e11-b3dc-2798a24f161e" providerId="ADAL" clId="{7F2C15F9-14F4-41C9-A6D2-58022218BE9B}" dt="2026-04-14T16:34:33.776" v="6228" actId="2710"/>
          <ac:spMkLst>
            <pc:docMk/>
            <pc:sldMk cId="1038918061" sldId="367"/>
            <ac:spMk id="3" creationId="{896AA5A5-9977-1BD9-9AD7-1AD3FCEC49B9}"/>
          </ac:spMkLst>
        </pc:spChg>
        <pc:spChg chg="del mod">
          <ac:chgData name="QUESADA CASTILLO RANDALL JOSUE" userId="b29aff0c-7e4a-4e11-b3dc-2798a24f161e" providerId="ADAL" clId="{7F2C15F9-14F4-41C9-A6D2-58022218BE9B}" dt="2026-04-14T16:34:07.471" v="6221"/>
          <ac:spMkLst>
            <pc:docMk/>
            <pc:sldMk cId="1038918061" sldId="367"/>
            <ac:spMk id="4" creationId="{1F38CFDB-2F15-2931-4E77-FACCE9E9DFF7}"/>
          </ac:spMkLst>
        </pc:spChg>
        <pc:spChg chg="mod">
          <ac:chgData name="QUESADA CASTILLO RANDALL JOSUE" userId="b29aff0c-7e4a-4e11-b3dc-2798a24f161e" providerId="ADAL" clId="{7F2C15F9-14F4-41C9-A6D2-58022218BE9B}" dt="2026-04-14T16:34:00.340" v="6218" actId="20577"/>
          <ac:spMkLst>
            <pc:docMk/>
            <pc:sldMk cId="1038918061" sldId="367"/>
            <ac:spMk id="6" creationId="{39B5E64B-CE0E-C444-835E-F736BE39C3E6}"/>
          </ac:spMkLst>
        </pc:spChg>
      </pc:sldChg>
      <pc:sldChg chg="modSp add mod">
        <pc:chgData name="QUESADA CASTILLO RANDALL JOSUE" userId="b29aff0c-7e4a-4e11-b3dc-2798a24f161e" providerId="ADAL" clId="{7F2C15F9-14F4-41C9-A6D2-58022218BE9B}" dt="2026-04-14T16:35:22.045" v="6267"/>
        <pc:sldMkLst>
          <pc:docMk/>
          <pc:sldMk cId="934084952" sldId="368"/>
        </pc:sldMkLst>
        <pc:spChg chg="mod">
          <ac:chgData name="QUESADA CASTILLO RANDALL JOSUE" userId="b29aff0c-7e4a-4e11-b3dc-2798a24f161e" providerId="ADAL" clId="{7F2C15F9-14F4-41C9-A6D2-58022218BE9B}" dt="2026-04-14T16:35:22.045" v="6267"/>
          <ac:spMkLst>
            <pc:docMk/>
            <pc:sldMk cId="934084952" sldId="368"/>
            <ac:spMk id="3" creationId="{72F34550-AA3C-90BD-0D2A-755A021A8733}"/>
          </ac:spMkLst>
        </pc:spChg>
        <pc:spChg chg="mod">
          <ac:chgData name="QUESADA CASTILLO RANDALL JOSUE" userId="b29aff0c-7e4a-4e11-b3dc-2798a24f161e" providerId="ADAL" clId="{7F2C15F9-14F4-41C9-A6D2-58022218BE9B}" dt="2026-04-14T16:35:11.585" v="6266" actId="20577"/>
          <ac:spMkLst>
            <pc:docMk/>
            <pc:sldMk cId="934084952" sldId="368"/>
            <ac:spMk id="6" creationId="{F5AFCCC6-5676-8003-E6B1-0288FF896116}"/>
          </ac:spMkLst>
        </pc:spChg>
      </pc:sldChg>
      <pc:sldChg chg="addSp modSp add mod">
        <pc:chgData name="QUESADA CASTILLO RANDALL JOSUE" userId="b29aff0c-7e4a-4e11-b3dc-2798a24f161e" providerId="ADAL" clId="{7F2C15F9-14F4-41C9-A6D2-58022218BE9B}" dt="2026-04-14T16:36:11.329" v="6331" actId="1076"/>
        <pc:sldMkLst>
          <pc:docMk/>
          <pc:sldMk cId="2674555794" sldId="369"/>
        </pc:sldMkLst>
        <pc:spChg chg="mod">
          <ac:chgData name="QUESADA CASTILLO RANDALL JOSUE" userId="b29aff0c-7e4a-4e11-b3dc-2798a24f161e" providerId="ADAL" clId="{7F2C15F9-14F4-41C9-A6D2-58022218BE9B}" dt="2026-04-14T16:36:10.489" v="6330" actId="1076"/>
          <ac:spMkLst>
            <pc:docMk/>
            <pc:sldMk cId="2674555794" sldId="369"/>
            <ac:spMk id="3" creationId="{2C92188A-7D31-AF85-A404-66905C452806}"/>
          </ac:spMkLst>
        </pc:spChg>
        <pc:picChg chg="add mod">
          <ac:chgData name="QUESADA CASTILLO RANDALL JOSUE" userId="b29aff0c-7e4a-4e11-b3dc-2798a24f161e" providerId="ADAL" clId="{7F2C15F9-14F4-41C9-A6D2-58022218BE9B}" dt="2026-04-14T16:36:11.329" v="6331" actId="1076"/>
          <ac:picMkLst>
            <pc:docMk/>
            <pc:sldMk cId="2674555794" sldId="369"/>
            <ac:picMk id="4" creationId="{E79DCAEE-ED6F-2692-C732-B3758AFDBF07}"/>
          </ac:picMkLst>
        </pc:picChg>
      </pc:sldChg>
      <pc:sldChg chg="addSp delSp modSp add mod">
        <pc:chgData name="QUESADA CASTILLO RANDALL JOSUE" userId="b29aff0c-7e4a-4e11-b3dc-2798a24f161e" providerId="ADAL" clId="{7F2C15F9-14F4-41C9-A6D2-58022218BE9B}" dt="2026-04-14T16:36:42.085" v="6347" actId="1076"/>
        <pc:sldMkLst>
          <pc:docMk/>
          <pc:sldMk cId="3718051767" sldId="370"/>
        </pc:sldMkLst>
        <pc:spChg chg="mod">
          <ac:chgData name="QUESADA CASTILLO RANDALL JOSUE" userId="b29aff0c-7e4a-4e11-b3dc-2798a24f161e" providerId="ADAL" clId="{7F2C15F9-14F4-41C9-A6D2-58022218BE9B}" dt="2026-04-14T16:36:28.927" v="6344" actId="20577"/>
          <ac:spMkLst>
            <pc:docMk/>
            <pc:sldMk cId="3718051767" sldId="370"/>
            <ac:spMk id="3" creationId="{10652485-0B1B-B363-20C0-2737D56B1FEC}"/>
          </ac:spMkLst>
        </pc:spChg>
        <pc:picChg chg="del">
          <ac:chgData name="QUESADA CASTILLO RANDALL JOSUE" userId="b29aff0c-7e4a-4e11-b3dc-2798a24f161e" providerId="ADAL" clId="{7F2C15F9-14F4-41C9-A6D2-58022218BE9B}" dt="2026-04-14T16:36:40.051" v="6345" actId="478"/>
          <ac:picMkLst>
            <pc:docMk/>
            <pc:sldMk cId="3718051767" sldId="370"/>
            <ac:picMk id="4" creationId="{B6C501AB-A290-B0D1-9CA0-0F0F53851131}"/>
          </ac:picMkLst>
        </pc:picChg>
        <pc:picChg chg="add mod">
          <ac:chgData name="QUESADA CASTILLO RANDALL JOSUE" userId="b29aff0c-7e4a-4e11-b3dc-2798a24f161e" providerId="ADAL" clId="{7F2C15F9-14F4-41C9-A6D2-58022218BE9B}" dt="2026-04-14T16:36:42.085" v="6347" actId="1076"/>
          <ac:picMkLst>
            <pc:docMk/>
            <pc:sldMk cId="3718051767" sldId="370"/>
            <ac:picMk id="5" creationId="{67C01E10-277F-97C9-94AF-DC8AC9EE55E6}"/>
          </ac:picMkLst>
        </pc:picChg>
      </pc:sldChg>
      <pc:sldChg chg="delSp modSp add mod">
        <pc:chgData name="QUESADA CASTILLO RANDALL JOSUE" userId="b29aff0c-7e4a-4e11-b3dc-2798a24f161e" providerId="ADAL" clId="{7F2C15F9-14F4-41C9-A6D2-58022218BE9B}" dt="2026-04-14T16:37:20.835" v="6360" actId="12"/>
        <pc:sldMkLst>
          <pc:docMk/>
          <pc:sldMk cId="2731664396" sldId="371"/>
        </pc:sldMkLst>
        <pc:spChg chg="mod">
          <ac:chgData name="QUESADA CASTILLO RANDALL JOSUE" userId="b29aff0c-7e4a-4e11-b3dc-2798a24f161e" providerId="ADAL" clId="{7F2C15F9-14F4-41C9-A6D2-58022218BE9B}" dt="2026-04-14T16:37:20.835" v="6360" actId="12"/>
          <ac:spMkLst>
            <pc:docMk/>
            <pc:sldMk cId="2731664396" sldId="371"/>
            <ac:spMk id="3" creationId="{833BBA75-D35E-E74A-DC64-1570B8A5D502}"/>
          </ac:spMkLst>
        </pc:spChg>
        <pc:spChg chg="mod">
          <ac:chgData name="QUESADA CASTILLO RANDALL JOSUE" userId="b29aff0c-7e4a-4e11-b3dc-2798a24f161e" providerId="ADAL" clId="{7F2C15F9-14F4-41C9-A6D2-58022218BE9B}" dt="2026-04-14T16:37:02.607" v="6353" actId="20577"/>
          <ac:spMkLst>
            <pc:docMk/>
            <pc:sldMk cId="2731664396" sldId="371"/>
            <ac:spMk id="6" creationId="{27ADFECE-C36C-2C6A-CE64-59794DD5FD1D}"/>
          </ac:spMkLst>
        </pc:spChg>
        <pc:picChg chg="del">
          <ac:chgData name="QUESADA CASTILLO RANDALL JOSUE" userId="b29aff0c-7e4a-4e11-b3dc-2798a24f161e" providerId="ADAL" clId="{7F2C15F9-14F4-41C9-A6D2-58022218BE9B}" dt="2026-04-14T16:37:07.522" v="6354" actId="478"/>
          <ac:picMkLst>
            <pc:docMk/>
            <pc:sldMk cId="2731664396" sldId="371"/>
            <ac:picMk id="5" creationId="{E12FF213-E6BD-B001-E9E8-10D0311005C9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2D2FB4-C1C2-4E7C-8FB8-5D95F0DC7E0F}" type="doc">
      <dgm:prSet loTypeId="urn:microsoft.com/office/officeart/2005/8/layout/hierarchy1" loCatId="hierarchy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B3037F56-A86A-492E-851F-CB52FA97D34B}">
      <dgm:prSet/>
      <dgm:spPr/>
      <dgm:t>
        <a:bodyPr/>
        <a:lstStyle/>
        <a:p>
          <a:r>
            <a:rPr lang="es-ES" dirty="0"/>
            <a:t>Definición</a:t>
          </a:r>
          <a:endParaRPr lang="en-US" dirty="0"/>
        </a:p>
      </dgm:t>
    </dgm:pt>
    <dgm:pt modelId="{3E216F42-A3A2-4964-8984-EF42E2A48120}" type="parTrans" cxnId="{EBE1FCDD-66FF-4A97-8B7B-150340343654}">
      <dgm:prSet/>
      <dgm:spPr/>
      <dgm:t>
        <a:bodyPr/>
        <a:lstStyle/>
        <a:p>
          <a:endParaRPr lang="en-US"/>
        </a:p>
      </dgm:t>
    </dgm:pt>
    <dgm:pt modelId="{3D23D601-ECCD-4AF1-BF0D-32D64FC6E7AF}" type="sibTrans" cxnId="{EBE1FCDD-66FF-4A97-8B7B-150340343654}">
      <dgm:prSet/>
      <dgm:spPr/>
      <dgm:t>
        <a:bodyPr/>
        <a:lstStyle/>
        <a:p>
          <a:endParaRPr lang="en-US"/>
        </a:p>
      </dgm:t>
    </dgm:pt>
    <dgm:pt modelId="{637F7EE8-E178-49AB-8564-CA02CA51D940}">
      <dgm:prSet/>
      <dgm:spPr/>
      <dgm:t>
        <a:bodyPr/>
        <a:lstStyle/>
        <a:p>
          <a:r>
            <a:rPr lang="en-US"/>
            <a:t>ACID</a:t>
          </a:r>
          <a:endParaRPr lang="en-US" dirty="0"/>
        </a:p>
      </dgm:t>
    </dgm:pt>
    <dgm:pt modelId="{0AE2975B-FA9D-440E-BFAC-73E5E5697324}" type="parTrans" cxnId="{7C977E39-09B8-484D-A942-7899EFE30654}">
      <dgm:prSet/>
      <dgm:spPr/>
      <dgm:t>
        <a:bodyPr/>
        <a:lstStyle/>
        <a:p>
          <a:endParaRPr lang="en-US"/>
        </a:p>
      </dgm:t>
    </dgm:pt>
    <dgm:pt modelId="{8EB07204-9191-41BE-AA92-C28FD733898A}" type="sibTrans" cxnId="{7C977E39-09B8-484D-A942-7899EFE30654}">
      <dgm:prSet/>
      <dgm:spPr/>
      <dgm:t>
        <a:bodyPr/>
        <a:lstStyle/>
        <a:p>
          <a:endParaRPr lang="en-US"/>
        </a:p>
      </dgm:t>
    </dgm:pt>
    <dgm:pt modelId="{63B2A15A-2FF2-475F-9DAF-CE7B83096B79}">
      <dgm:prSet/>
      <dgm:spPr/>
      <dgm:t>
        <a:bodyPr/>
        <a:lstStyle/>
        <a:p>
          <a:r>
            <a:rPr lang="en-US"/>
            <a:t>Estados</a:t>
          </a:r>
          <a:endParaRPr lang="en-US" dirty="0"/>
        </a:p>
      </dgm:t>
    </dgm:pt>
    <dgm:pt modelId="{3D4E77E3-C56C-4B3D-8EB5-575989603BC9}" type="parTrans" cxnId="{1F0454B6-5CB9-41FB-8B0B-9456DE41174F}">
      <dgm:prSet/>
      <dgm:spPr/>
      <dgm:t>
        <a:bodyPr/>
        <a:lstStyle/>
        <a:p>
          <a:endParaRPr lang="en-US"/>
        </a:p>
      </dgm:t>
    </dgm:pt>
    <dgm:pt modelId="{0C2CDF96-745E-431A-8143-CCD45335D924}" type="sibTrans" cxnId="{1F0454B6-5CB9-41FB-8B0B-9456DE41174F}">
      <dgm:prSet/>
      <dgm:spPr/>
      <dgm:t>
        <a:bodyPr/>
        <a:lstStyle/>
        <a:p>
          <a:endParaRPr lang="en-US"/>
        </a:p>
      </dgm:t>
    </dgm:pt>
    <dgm:pt modelId="{84F17FAB-E546-4F0B-8A28-7C2845C7DCFD}">
      <dgm:prSet/>
      <dgm:spPr/>
      <dgm:t>
        <a:bodyPr/>
        <a:lstStyle/>
        <a:p>
          <a:r>
            <a:rPr lang="es-ES" dirty="0"/>
            <a:t>Control de transacciones</a:t>
          </a:r>
          <a:endParaRPr lang="en-US" dirty="0"/>
        </a:p>
      </dgm:t>
    </dgm:pt>
    <dgm:pt modelId="{D018D29C-601E-4E69-BD81-3B0EBCFC8ECE}" type="parTrans" cxnId="{5FA7FED2-FF6D-4905-B613-08976857AA80}">
      <dgm:prSet/>
      <dgm:spPr/>
      <dgm:t>
        <a:bodyPr/>
        <a:lstStyle/>
        <a:p>
          <a:endParaRPr lang="en-US"/>
        </a:p>
      </dgm:t>
    </dgm:pt>
    <dgm:pt modelId="{310F1992-CF9D-4ED3-BFAA-0E7CBCB83261}" type="sibTrans" cxnId="{5FA7FED2-FF6D-4905-B613-08976857AA80}">
      <dgm:prSet/>
      <dgm:spPr/>
      <dgm:t>
        <a:bodyPr/>
        <a:lstStyle/>
        <a:p>
          <a:endParaRPr lang="en-US"/>
        </a:p>
      </dgm:t>
    </dgm:pt>
    <dgm:pt modelId="{133FBE4F-B302-43CD-B921-8E4C72892E4C}">
      <dgm:prSet/>
      <dgm:spPr/>
      <dgm:t>
        <a:bodyPr/>
        <a:lstStyle/>
        <a:p>
          <a:r>
            <a:rPr lang="es-ES" dirty="0"/>
            <a:t>Problemas de concurrencia</a:t>
          </a:r>
          <a:endParaRPr lang="en-US" dirty="0"/>
        </a:p>
      </dgm:t>
    </dgm:pt>
    <dgm:pt modelId="{12866F32-0F0C-4F4F-AD1A-47B95B11E9B1}" type="parTrans" cxnId="{1D4D2906-484D-42E6-9D2C-19DC75C3DE08}">
      <dgm:prSet/>
      <dgm:spPr/>
      <dgm:t>
        <a:bodyPr/>
        <a:lstStyle/>
        <a:p>
          <a:endParaRPr lang="en-US"/>
        </a:p>
      </dgm:t>
    </dgm:pt>
    <dgm:pt modelId="{1210C54B-A2F9-40E9-93C9-AC38E9530924}" type="sibTrans" cxnId="{1D4D2906-484D-42E6-9D2C-19DC75C3DE08}">
      <dgm:prSet/>
      <dgm:spPr/>
      <dgm:t>
        <a:bodyPr/>
        <a:lstStyle/>
        <a:p>
          <a:endParaRPr lang="en-US"/>
        </a:p>
      </dgm:t>
    </dgm:pt>
    <dgm:pt modelId="{CFFB7D72-207F-4B6D-BE4A-AEED4BA6FB51}">
      <dgm:prSet/>
      <dgm:spPr/>
      <dgm:t>
        <a:bodyPr/>
        <a:lstStyle/>
        <a:p>
          <a:r>
            <a:rPr lang="es-CR" dirty="0"/>
            <a:t>Laboratorio</a:t>
          </a:r>
        </a:p>
      </dgm:t>
    </dgm:pt>
    <dgm:pt modelId="{DB6C97CE-C0DA-4CE5-8E3F-44E37E540557}" type="parTrans" cxnId="{D5241E4D-F1E3-48C3-A1B0-58C72874F2C3}">
      <dgm:prSet/>
      <dgm:spPr/>
      <dgm:t>
        <a:bodyPr/>
        <a:lstStyle/>
        <a:p>
          <a:endParaRPr lang="es-CR"/>
        </a:p>
      </dgm:t>
    </dgm:pt>
    <dgm:pt modelId="{0C974299-9ADD-4A8F-B0DD-85032D4D31DF}" type="sibTrans" cxnId="{D5241E4D-F1E3-48C3-A1B0-58C72874F2C3}">
      <dgm:prSet/>
      <dgm:spPr/>
      <dgm:t>
        <a:bodyPr/>
        <a:lstStyle/>
        <a:p>
          <a:endParaRPr lang="es-CR"/>
        </a:p>
      </dgm:t>
    </dgm:pt>
    <dgm:pt modelId="{374C5487-F165-49E0-9CBD-916576A8D704}" type="pres">
      <dgm:prSet presAssocID="{D42D2FB4-C1C2-4E7C-8FB8-5D95F0DC7E0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3C055D7-7B0B-4144-BAD8-E0FC335B516B}" type="pres">
      <dgm:prSet presAssocID="{B3037F56-A86A-492E-851F-CB52FA97D34B}" presName="hierRoot1" presStyleCnt="0"/>
      <dgm:spPr/>
    </dgm:pt>
    <dgm:pt modelId="{10A8388B-DAD9-469C-870C-D6DCCA874513}" type="pres">
      <dgm:prSet presAssocID="{B3037F56-A86A-492E-851F-CB52FA97D34B}" presName="composite" presStyleCnt="0"/>
      <dgm:spPr/>
    </dgm:pt>
    <dgm:pt modelId="{ACF4116E-61D9-45A6-8027-D1131AFB51FA}" type="pres">
      <dgm:prSet presAssocID="{B3037F56-A86A-492E-851F-CB52FA97D34B}" presName="background" presStyleLbl="node0" presStyleIdx="0" presStyleCnt="6"/>
      <dgm:spPr/>
    </dgm:pt>
    <dgm:pt modelId="{7F3EA8A2-798D-4438-94E7-A7BA1ED0E470}" type="pres">
      <dgm:prSet presAssocID="{B3037F56-A86A-492E-851F-CB52FA97D34B}" presName="text" presStyleLbl="fgAcc0" presStyleIdx="0" presStyleCnt="6">
        <dgm:presLayoutVars>
          <dgm:chPref val="3"/>
        </dgm:presLayoutVars>
      </dgm:prSet>
      <dgm:spPr/>
    </dgm:pt>
    <dgm:pt modelId="{A333E4DC-5863-408E-A4F8-D9A07D5C603D}" type="pres">
      <dgm:prSet presAssocID="{B3037F56-A86A-492E-851F-CB52FA97D34B}" presName="hierChild2" presStyleCnt="0"/>
      <dgm:spPr/>
    </dgm:pt>
    <dgm:pt modelId="{5F3F3B5B-F5E1-40EF-926C-50823031BA12}" type="pres">
      <dgm:prSet presAssocID="{637F7EE8-E178-49AB-8564-CA02CA51D940}" presName="hierRoot1" presStyleCnt="0"/>
      <dgm:spPr/>
    </dgm:pt>
    <dgm:pt modelId="{F9F50A4E-F58D-47E5-9FC6-6DA54475B70A}" type="pres">
      <dgm:prSet presAssocID="{637F7EE8-E178-49AB-8564-CA02CA51D940}" presName="composite" presStyleCnt="0"/>
      <dgm:spPr/>
    </dgm:pt>
    <dgm:pt modelId="{B535BFE9-AFF1-465F-A92F-49BFC6E09CCD}" type="pres">
      <dgm:prSet presAssocID="{637F7EE8-E178-49AB-8564-CA02CA51D940}" presName="background" presStyleLbl="node0" presStyleIdx="1" presStyleCnt="6"/>
      <dgm:spPr/>
    </dgm:pt>
    <dgm:pt modelId="{0A59173F-6260-432C-82B4-B34FABEEF059}" type="pres">
      <dgm:prSet presAssocID="{637F7EE8-E178-49AB-8564-CA02CA51D940}" presName="text" presStyleLbl="fgAcc0" presStyleIdx="1" presStyleCnt="6">
        <dgm:presLayoutVars>
          <dgm:chPref val="3"/>
        </dgm:presLayoutVars>
      </dgm:prSet>
      <dgm:spPr/>
    </dgm:pt>
    <dgm:pt modelId="{FECFB753-C598-4990-9414-79DA9BD7777F}" type="pres">
      <dgm:prSet presAssocID="{637F7EE8-E178-49AB-8564-CA02CA51D940}" presName="hierChild2" presStyleCnt="0"/>
      <dgm:spPr/>
    </dgm:pt>
    <dgm:pt modelId="{32B2A7C9-B5A3-4B48-A24D-7893D597B64A}" type="pres">
      <dgm:prSet presAssocID="{63B2A15A-2FF2-475F-9DAF-CE7B83096B79}" presName="hierRoot1" presStyleCnt="0"/>
      <dgm:spPr/>
    </dgm:pt>
    <dgm:pt modelId="{DAFA85BC-F43D-4E3A-B240-AB40F7B4D492}" type="pres">
      <dgm:prSet presAssocID="{63B2A15A-2FF2-475F-9DAF-CE7B83096B79}" presName="composite" presStyleCnt="0"/>
      <dgm:spPr/>
    </dgm:pt>
    <dgm:pt modelId="{4CED425D-4999-430D-92D5-10D99A0B8BBF}" type="pres">
      <dgm:prSet presAssocID="{63B2A15A-2FF2-475F-9DAF-CE7B83096B79}" presName="background" presStyleLbl="node0" presStyleIdx="2" presStyleCnt="6"/>
      <dgm:spPr/>
    </dgm:pt>
    <dgm:pt modelId="{FA9DC0DE-D89C-41CF-8ABD-F6B2D7644B19}" type="pres">
      <dgm:prSet presAssocID="{63B2A15A-2FF2-475F-9DAF-CE7B83096B79}" presName="text" presStyleLbl="fgAcc0" presStyleIdx="2" presStyleCnt="6">
        <dgm:presLayoutVars>
          <dgm:chPref val="3"/>
        </dgm:presLayoutVars>
      </dgm:prSet>
      <dgm:spPr/>
    </dgm:pt>
    <dgm:pt modelId="{9AA00AD8-A8CE-46BA-B6E4-8A8A7758D470}" type="pres">
      <dgm:prSet presAssocID="{63B2A15A-2FF2-475F-9DAF-CE7B83096B79}" presName="hierChild2" presStyleCnt="0"/>
      <dgm:spPr/>
    </dgm:pt>
    <dgm:pt modelId="{CFB35994-B7F4-42F5-8D56-B3654A4ECA73}" type="pres">
      <dgm:prSet presAssocID="{84F17FAB-E546-4F0B-8A28-7C2845C7DCFD}" presName="hierRoot1" presStyleCnt="0"/>
      <dgm:spPr/>
    </dgm:pt>
    <dgm:pt modelId="{B55896D1-B864-4AD3-9D72-A61F89F10CD8}" type="pres">
      <dgm:prSet presAssocID="{84F17FAB-E546-4F0B-8A28-7C2845C7DCFD}" presName="composite" presStyleCnt="0"/>
      <dgm:spPr/>
    </dgm:pt>
    <dgm:pt modelId="{FF67F267-504A-4C12-B32C-F0960FAD90E2}" type="pres">
      <dgm:prSet presAssocID="{84F17FAB-E546-4F0B-8A28-7C2845C7DCFD}" presName="background" presStyleLbl="node0" presStyleIdx="3" presStyleCnt="6"/>
      <dgm:spPr/>
    </dgm:pt>
    <dgm:pt modelId="{7AB76F44-0B2A-4BA8-BCA4-3B03C8947607}" type="pres">
      <dgm:prSet presAssocID="{84F17FAB-E546-4F0B-8A28-7C2845C7DCFD}" presName="text" presStyleLbl="fgAcc0" presStyleIdx="3" presStyleCnt="6">
        <dgm:presLayoutVars>
          <dgm:chPref val="3"/>
        </dgm:presLayoutVars>
      </dgm:prSet>
      <dgm:spPr/>
    </dgm:pt>
    <dgm:pt modelId="{2649205A-911C-460C-B902-92916D5AD6D1}" type="pres">
      <dgm:prSet presAssocID="{84F17FAB-E546-4F0B-8A28-7C2845C7DCFD}" presName="hierChild2" presStyleCnt="0"/>
      <dgm:spPr/>
    </dgm:pt>
    <dgm:pt modelId="{9BB3C8C6-32EB-4413-BB9F-B786F6277374}" type="pres">
      <dgm:prSet presAssocID="{133FBE4F-B302-43CD-B921-8E4C72892E4C}" presName="hierRoot1" presStyleCnt="0"/>
      <dgm:spPr/>
    </dgm:pt>
    <dgm:pt modelId="{A933B6D5-B755-49E3-92C1-0B74EB0A1D7B}" type="pres">
      <dgm:prSet presAssocID="{133FBE4F-B302-43CD-B921-8E4C72892E4C}" presName="composite" presStyleCnt="0"/>
      <dgm:spPr/>
    </dgm:pt>
    <dgm:pt modelId="{3211F0FF-08BF-46FD-AF8E-999617C0BE76}" type="pres">
      <dgm:prSet presAssocID="{133FBE4F-B302-43CD-B921-8E4C72892E4C}" presName="background" presStyleLbl="node0" presStyleIdx="4" presStyleCnt="6"/>
      <dgm:spPr/>
    </dgm:pt>
    <dgm:pt modelId="{02CF67E6-C72F-4254-A1ED-2A885FD59F65}" type="pres">
      <dgm:prSet presAssocID="{133FBE4F-B302-43CD-B921-8E4C72892E4C}" presName="text" presStyleLbl="fgAcc0" presStyleIdx="4" presStyleCnt="6">
        <dgm:presLayoutVars>
          <dgm:chPref val="3"/>
        </dgm:presLayoutVars>
      </dgm:prSet>
      <dgm:spPr/>
    </dgm:pt>
    <dgm:pt modelId="{481B26F5-8870-409A-B3F6-731EDE76BC55}" type="pres">
      <dgm:prSet presAssocID="{133FBE4F-B302-43CD-B921-8E4C72892E4C}" presName="hierChild2" presStyleCnt="0"/>
      <dgm:spPr/>
    </dgm:pt>
    <dgm:pt modelId="{ADBCE23B-C348-41D3-A2B1-3EAB3939A345}" type="pres">
      <dgm:prSet presAssocID="{CFFB7D72-207F-4B6D-BE4A-AEED4BA6FB51}" presName="hierRoot1" presStyleCnt="0"/>
      <dgm:spPr/>
    </dgm:pt>
    <dgm:pt modelId="{EC9B3225-86E7-4D3E-BCB4-DA4BC3B2328D}" type="pres">
      <dgm:prSet presAssocID="{CFFB7D72-207F-4B6D-BE4A-AEED4BA6FB51}" presName="composite" presStyleCnt="0"/>
      <dgm:spPr/>
    </dgm:pt>
    <dgm:pt modelId="{E6229891-9F07-40C8-AB93-2F9A05920B02}" type="pres">
      <dgm:prSet presAssocID="{CFFB7D72-207F-4B6D-BE4A-AEED4BA6FB51}" presName="background" presStyleLbl="node0" presStyleIdx="5" presStyleCnt="6"/>
      <dgm:spPr/>
    </dgm:pt>
    <dgm:pt modelId="{2CD0FBB0-DE1E-4FF2-912F-C4958ACEBBD5}" type="pres">
      <dgm:prSet presAssocID="{CFFB7D72-207F-4B6D-BE4A-AEED4BA6FB51}" presName="text" presStyleLbl="fgAcc0" presStyleIdx="5" presStyleCnt="6">
        <dgm:presLayoutVars>
          <dgm:chPref val="3"/>
        </dgm:presLayoutVars>
      </dgm:prSet>
      <dgm:spPr/>
    </dgm:pt>
    <dgm:pt modelId="{E152A136-D45B-471E-B3D1-EDEB76F2D71C}" type="pres">
      <dgm:prSet presAssocID="{CFFB7D72-207F-4B6D-BE4A-AEED4BA6FB51}" presName="hierChild2" presStyleCnt="0"/>
      <dgm:spPr/>
    </dgm:pt>
  </dgm:ptLst>
  <dgm:cxnLst>
    <dgm:cxn modelId="{1D4D2906-484D-42E6-9D2C-19DC75C3DE08}" srcId="{D42D2FB4-C1C2-4E7C-8FB8-5D95F0DC7E0F}" destId="{133FBE4F-B302-43CD-B921-8E4C72892E4C}" srcOrd="4" destOrd="0" parTransId="{12866F32-0F0C-4F4F-AD1A-47B95B11E9B1}" sibTransId="{1210C54B-A2F9-40E9-93C9-AC38E9530924}"/>
    <dgm:cxn modelId="{3090352D-CADE-4521-929F-CF27A13B6440}" type="presOf" srcId="{133FBE4F-B302-43CD-B921-8E4C72892E4C}" destId="{02CF67E6-C72F-4254-A1ED-2A885FD59F65}" srcOrd="0" destOrd="0" presId="urn:microsoft.com/office/officeart/2005/8/layout/hierarchy1"/>
    <dgm:cxn modelId="{7C977E39-09B8-484D-A942-7899EFE30654}" srcId="{D42D2FB4-C1C2-4E7C-8FB8-5D95F0DC7E0F}" destId="{637F7EE8-E178-49AB-8564-CA02CA51D940}" srcOrd="1" destOrd="0" parTransId="{0AE2975B-FA9D-440E-BFAC-73E5E5697324}" sibTransId="{8EB07204-9191-41BE-AA92-C28FD733898A}"/>
    <dgm:cxn modelId="{D5241E4D-F1E3-48C3-A1B0-58C72874F2C3}" srcId="{D42D2FB4-C1C2-4E7C-8FB8-5D95F0DC7E0F}" destId="{CFFB7D72-207F-4B6D-BE4A-AEED4BA6FB51}" srcOrd="5" destOrd="0" parTransId="{DB6C97CE-C0DA-4CE5-8E3F-44E37E540557}" sibTransId="{0C974299-9ADD-4A8F-B0DD-85032D4D31DF}"/>
    <dgm:cxn modelId="{813AF572-B5E6-45F7-8506-68CD313A466D}" type="presOf" srcId="{CFFB7D72-207F-4B6D-BE4A-AEED4BA6FB51}" destId="{2CD0FBB0-DE1E-4FF2-912F-C4958ACEBBD5}" srcOrd="0" destOrd="0" presId="urn:microsoft.com/office/officeart/2005/8/layout/hierarchy1"/>
    <dgm:cxn modelId="{F82FE59C-EB07-49AC-8B08-7306890E653A}" type="presOf" srcId="{B3037F56-A86A-492E-851F-CB52FA97D34B}" destId="{7F3EA8A2-798D-4438-94E7-A7BA1ED0E470}" srcOrd="0" destOrd="0" presId="urn:microsoft.com/office/officeart/2005/8/layout/hierarchy1"/>
    <dgm:cxn modelId="{75F2B3B2-5A94-4B40-A3C9-00FA0C07BBE8}" type="presOf" srcId="{84F17FAB-E546-4F0B-8A28-7C2845C7DCFD}" destId="{7AB76F44-0B2A-4BA8-BCA4-3B03C8947607}" srcOrd="0" destOrd="0" presId="urn:microsoft.com/office/officeart/2005/8/layout/hierarchy1"/>
    <dgm:cxn modelId="{1F0454B6-5CB9-41FB-8B0B-9456DE41174F}" srcId="{D42D2FB4-C1C2-4E7C-8FB8-5D95F0DC7E0F}" destId="{63B2A15A-2FF2-475F-9DAF-CE7B83096B79}" srcOrd="2" destOrd="0" parTransId="{3D4E77E3-C56C-4B3D-8EB5-575989603BC9}" sibTransId="{0C2CDF96-745E-431A-8143-CCD45335D924}"/>
    <dgm:cxn modelId="{564884C5-8941-4768-9AF4-E824D01CB387}" type="presOf" srcId="{637F7EE8-E178-49AB-8564-CA02CA51D940}" destId="{0A59173F-6260-432C-82B4-B34FABEEF059}" srcOrd="0" destOrd="0" presId="urn:microsoft.com/office/officeart/2005/8/layout/hierarchy1"/>
    <dgm:cxn modelId="{5FA7FED2-FF6D-4905-B613-08976857AA80}" srcId="{D42D2FB4-C1C2-4E7C-8FB8-5D95F0DC7E0F}" destId="{84F17FAB-E546-4F0B-8A28-7C2845C7DCFD}" srcOrd="3" destOrd="0" parTransId="{D018D29C-601E-4E69-BD81-3B0EBCFC8ECE}" sibTransId="{310F1992-CF9D-4ED3-BFAA-0E7CBCB83261}"/>
    <dgm:cxn modelId="{EBE1FCDD-66FF-4A97-8B7B-150340343654}" srcId="{D42D2FB4-C1C2-4E7C-8FB8-5D95F0DC7E0F}" destId="{B3037F56-A86A-492E-851F-CB52FA97D34B}" srcOrd="0" destOrd="0" parTransId="{3E216F42-A3A2-4964-8984-EF42E2A48120}" sibTransId="{3D23D601-ECCD-4AF1-BF0D-32D64FC6E7AF}"/>
    <dgm:cxn modelId="{EA57F9EE-71FB-4874-8572-73D794E256EF}" type="presOf" srcId="{63B2A15A-2FF2-475F-9DAF-CE7B83096B79}" destId="{FA9DC0DE-D89C-41CF-8ABD-F6B2D7644B19}" srcOrd="0" destOrd="0" presId="urn:microsoft.com/office/officeart/2005/8/layout/hierarchy1"/>
    <dgm:cxn modelId="{92A69FF0-9589-4C8A-A45D-A7159C45C756}" type="presOf" srcId="{D42D2FB4-C1C2-4E7C-8FB8-5D95F0DC7E0F}" destId="{374C5487-F165-49E0-9CBD-916576A8D704}" srcOrd="0" destOrd="0" presId="urn:microsoft.com/office/officeart/2005/8/layout/hierarchy1"/>
    <dgm:cxn modelId="{CB46AE64-2323-42AD-B261-9C9A15EE523B}" type="presParOf" srcId="{374C5487-F165-49E0-9CBD-916576A8D704}" destId="{83C055D7-7B0B-4144-BAD8-E0FC335B516B}" srcOrd="0" destOrd="0" presId="urn:microsoft.com/office/officeart/2005/8/layout/hierarchy1"/>
    <dgm:cxn modelId="{FA6A7A3E-F01C-4363-8DAB-20984A2A8472}" type="presParOf" srcId="{83C055D7-7B0B-4144-BAD8-E0FC335B516B}" destId="{10A8388B-DAD9-469C-870C-D6DCCA874513}" srcOrd="0" destOrd="0" presId="urn:microsoft.com/office/officeart/2005/8/layout/hierarchy1"/>
    <dgm:cxn modelId="{73A4B8FF-97BD-4610-844E-E8AD5B3E6172}" type="presParOf" srcId="{10A8388B-DAD9-469C-870C-D6DCCA874513}" destId="{ACF4116E-61D9-45A6-8027-D1131AFB51FA}" srcOrd="0" destOrd="0" presId="urn:microsoft.com/office/officeart/2005/8/layout/hierarchy1"/>
    <dgm:cxn modelId="{FF44BEC7-6318-4E71-8A1E-2010A6459BDC}" type="presParOf" srcId="{10A8388B-DAD9-469C-870C-D6DCCA874513}" destId="{7F3EA8A2-798D-4438-94E7-A7BA1ED0E470}" srcOrd="1" destOrd="0" presId="urn:microsoft.com/office/officeart/2005/8/layout/hierarchy1"/>
    <dgm:cxn modelId="{27C03E09-3DFE-4151-AA7A-68290257ADA7}" type="presParOf" srcId="{83C055D7-7B0B-4144-BAD8-E0FC335B516B}" destId="{A333E4DC-5863-408E-A4F8-D9A07D5C603D}" srcOrd="1" destOrd="0" presId="urn:microsoft.com/office/officeart/2005/8/layout/hierarchy1"/>
    <dgm:cxn modelId="{26CC6CC5-EAEA-45BD-AF97-7AE64AC0DC2F}" type="presParOf" srcId="{374C5487-F165-49E0-9CBD-916576A8D704}" destId="{5F3F3B5B-F5E1-40EF-926C-50823031BA12}" srcOrd="1" destOrd="0" presId="urn:microsoft.com/office/officeart/2005/8/layout/hierarchy1"/>
    <dgm:cxn modelId="{85DEE27C-8583-443B-A8AB-8E9742028967}" type="presParOf" srcId="{5F3F3B5B-F5E1-40EF-926C-50823031BA12}" destId="{F9F50A4E-F58D-47E5-9FC6-6DA54475B70A}" srcOrd="0" destOrd="0" presId="urn:microsoft.com/office/officeart/2005/8/layout/hierarchy1"/>
    <dgm:cxn modelId="{16BCAB7A-AB82-4626-ADC0-91DAA8596D6E}" type="presParOf" srcId="{F9F50A4E-F58D-47E5-9FC6-6DA54475B70A}" destId="{B535BFE9-AFF1-465F-A92F-49BFC6E09CCD}" srcOrd="0" destOrd="0" presId="urn:microsoft.com/office/officeart/2005/8/layout/hierarchy1"/>
    <dgm:cxn modelId="{F99B42B1-FAB1-4E4A-969F-D66CE12181FC}" type="presParOf" srcId="{F9F50A4E-F58D-47E5-9FC6-6DA54475B70A}" destId="{0A59173F-6260-432C-82B4-B34FABEEF059}" srcOrd="1" destOrd="0" presId="urn:microsoft.com/office/officeart/2005/8/layout/hierarchy1"/>
    <dgm:cxn modelId="{C5208F0F-302B-43FA-BE3E-9958EA78FAD5}" type="presParOf" srcId="{5F3F3B5B-F5E1-40EF-926C-50823031BA12}" destId="{FECFB753-C598-4990-9414-79DA9BD7777F}" srcOrd="1" destOrd="0" presId="urn:microsoft.com/office/officeart/2005/8/layout/hierarchy1"/>
    <dgm:cxn modelId="{D48B5AE3-DC06-4535-B62A-3C3D80A728D4}" type="presParOf" srcId="{374C5487-F165-49E0-9CBD-916576A8D704}" destId="{32B2A7C9-B5A3-4B48-A24D-7893D597B64A}" srcOrd="2" destOrd="0" presId="urn:microsoft.com/office/officeart/2005/8/layout/hierarchy1"/>
    <dgm:cxn modelId="{025BA2AB-09B8-46DB-AED7-4EF08638098F}" type="presParOf" srcId="{32B2A7C9-B5A3-4B48-A24D-7893D597B64A}" destId="{DAFA85BC-F43D-4E3A-B240-AB40F7B4D492}" srcOrd="0" destOrd="0" presId="urn:microsoft.com/office/officeart/2005/8/layout/hierarchy1"/>
    <dgm:cxn modelId="{7239C1E9-B520-4318-9929-9389F461AEEA}" type="presParOf" srcId="{DAFA85BC-F43D-4E3A-B240-AB40F7B4D492}" destId="{4CED425D-4999-430D-92D5-10D99A0B8BBF}" srcOrd="0" destOrd="0" presId="urn:microsoft.com/office/officeart/2005/8/layout/hierarchy1"/>
    <dgm:cxn modelId="{16AF671B-A019-46EF-BA91-3B68C2E4C604}" type="presParOf" srcId="{DAFA85BC-F43D-4E3A-B240-AB40F7B4D492}" destId="{FA9DC0DE-D89C-41CF-8ABD-F6B2D7644B19}" srcOrd="1" destOrd="0" presId="urn:microsoft.com/office/officeart/2005/8/layout/hierarchy1"/>
    <dgm:cxn modelId="{7145F66A-D78E-4C50-9062-558B1EA5CE18}" type="presParOf" srcId="{32B2A7C9-B5A3-4B48-A24D-7893D597B64A}" destId="{9AA00AD8-A8CE-46BA-B6E4-8A8A7758D470}" srcOrd="1" destOrd="0" presId="urn:microsoft.com/office/officeart/2005/8/layout/hierarchy1"/>
    <dgm:cxn modelId="{4CF72A25-8915-4335-80F3-52EB72EF5201}" type="presParOf" srcId="{374C5487-F165-49E0-9CBD-916576A8D704}" destId="{CFB35994-B7F4-42F5-8D56-B3654A4ECA73}" srcOrd="3" destOrd="0" presId="urn:microsoft.com/office/officeart/2005/8/layout/hierarchy1"/>
    <dgm:cxn modelId="{C885EAAA-45C1-4554-AB95-6A21C96E762E}" type="presParOf" srcId="{CFB35994-B7F4-42F5-8D56-B3654A4ECA73}" destId="{B55896D1-B864-4AD3-9D72-A61F89F10CD8}" srcOrd="0" destOrd="0" presId="urn:microsoft.com/office/officeart/2005/8/layout/hierarchy1"/>
    <dgm:cxn modelId="{B722386B-A08C-4C7F-9E7A-281AFAED81E2}" type="presParOf" srcId="{B55896D1-B864-4AD3-9D72-A61F89F10CD8}" destId="{FF67F267-504A-4C12-B32C-F0960FAD90E2}" srcOrd="0" destOrd="0" presId="urn:microsoft.com/office/officeart/2005/8/layout/hierarchy1"/>
    <dgm:cxn modelId="{D715DE6C-4099-4D3D-AE04-8E282E35BDF1}" type="presParOf" srcId="{B55896D1-B864-4AD3-9D72-A61F89F10CD8}" destId="{7AB76F44-0B2A-4BA8-BCA4-3B03C8947607}" srcOrd="1" destOrd="0" presId="urn:microsoft.com/office/officeart/2005/8/layout/hierarchy1"/>
    <dgm:cxn modelId="{C52C5554-874E-4ACE-955B-8F7A9C547DF2}" type="presParOf" srcId="{CFB35994-B7F4-42F5-8D56-B3654A4ECA73}" destId="{2649205A-911C-460C-B902-92916D5AD6D1}" srcOrd="1" destOrd="0" presId="urn:microsoft.com/office/officeart/2005/8/layout/hierarchy1"/>
    <dgm:cxn modelId="{095000A7-C1CC-44D8-BE42-8E934CCBE4AA}" type="presParOf" srcId="{374C5487-F165-49E0-9CBD-916576A8D704}" destId="{9BB3C8C6-32EB-4413-BB9F-B786F6277374}" srcOrd="4" destOrd="0" presId="urn:microsoft.com/office/officeart/2005/8/layout/hierarchy1"/>
    <dgm:cxn modelId="{FB1EECBA-84A3-459C-BD39-7ACE2AB7D864}" type="presParOf" srcId="{9BB3C8C6-32EB-4413-BB9F-B786F6277374}" destId="{A933B6D5-B755-49E3-92C1-0B74EB0A1D7B}" srcOrd="0" destOrd="0" presId="urn:microsoft.com/office/officeart/2005/8/layout/hierarchy1"/>
    <dgm:cxn modelId="{92E7A94D-E1F0-44FF-8C8B-5929BDEE0C5A}" type="presParOf" srcId="{A933B6D5-B755-49E3-92C1-0B74EB0A1D7B}" destId="{3211F0FF-08BF-46FD-AF8E-999617C0BE76}" srcOrd="0" destOrd="0" presId="urn:microsoft.com/office/officeart/2005/8/layout/hierarchy1"/>
    <dgm:cxn modelId="{82033F00-340A-4960-B0D1-CE506D18A095}" type="presParOf" srcId="{A933B6D5-B755-49E3-92C1-0B74EB0A1D7B}" destId="{02CF67E6-C72F-4254-A1ED-2A885FD59F65}" srcOrd="1" destOrd="0" presId="urn:microsoft.com/office/officeart/2005/8/layout/hierarchy1"/>
    <dgm:cxn modelId="{A3DD3101-4761-4E40-A1CD-4E10C59B3321}" type="presParOf" srcId="{9BB3C8C6-32EB-4413-BB9F-B786F6277374}" destId="{481B26F5-8870-409A-B3F6-731EDE76BC55}" srcOrd="1" destOrd="0" presId="urn:microsoft.com/office/officeart/2005/8/layout/hierarchy1"/>
    <dgm:cxn modelId="{733D84E3-DF65-412C-BD6D-A43446DFF1E9}" type="presParOf" srcId="{374C5487-F165-49E0-9CBD-916576A8D704}" destId="{ADBCE23B-C348-41D3-A2B1-3EAB3939A345}" srcOrd="5" destOrd="0" presId="urn:microsoft.com/office/officeart/2005/8/layout/hierarchy1"/>
    <dgm:cxn modelId="{86C99EFD-CAC8-4818-A9C2-179377BB1FA0}" type="presParOf" srcId="{ADBCE23B-C348-41D3-A2B1-3EAB3939A345}" destId="{EC9B3225-86E7-4D3E-BCB4-DA4BC3B2328D}" srcOrd="0" destOrd="0" presId="urn:microsoft.com/office/officeart/2005/8/layout/hierarchy1"/>
    <dgm:cxn modelId="{AD2CAF5A-BD7A-487B-A56C-D21444B62132}" type="presParOf" srcId="{EC9B3225-86E7-4D3E-BCB4-DA4BC3B2328D}" destId="{E6229891-9F07-40C8-AB93-2F9A05920B02}" srcOrd="0" destOrd="0" presId="urn:microsoft.com/office/officeart/2005/8/layout/hierarchy1"/>
    <dgm:cxn modelId="{6AE64F8A-3C92-4306-A728-D83414ED1A4B}" type="presParOf" srcId="{EC9B3225-86E7-4D3E-BCB4-DA4BC3B2328D}" destId="{2CD0FBB0-DE1E-4FF2-912F-C4958ACEBBD5}" srcOrd="1" destOrd="0" presId="urn:microsoft.com/office/officeart/2005/8/layout/hierarchy1"/>
    <dgm:cxn modelId="{C1F4830A-01C6-4DC6-A0CE-D80DDA71F611}" type="presParOf" srcId="{ADBCE23B-C348-41D3-A2B1-3EAB3939A345}" destId="{E152A136-D45B-471E-B3D1-EDEB76F2D71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F4116E-61D9-45A6-8027-D1131AFB51FA}">
      <dsp:nvSpPr>
        <dsp:cNvPr id="0" name=""/>
        <dsp:cNvSpPr/>
      </dsp:nvSpPr>
      <dsp:spPr>
        <a:xfrm>
          <a:off x="1193" y="1182158"/>
          <a:ext cx="1353710" cy="8596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F3EA8A2-798D-4438-94E7-A7BA1ED0E470}">
      <dsp:nvSpPr>
        <dsp:cNvPr id="0" name=""/>
        <dsp:cNvSpPr/>
      </dsp:nvSpPr>
      <dsp:spPr>
        <a:xfrm>
          <a:off x="151605" y="1325050"/>
          <a:ext cx="1353710" cy="8596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Definición</a:t>
          </a:r>
          <a:endParaRPr lang="en-US" sz="1500" kern="1200" dirty="0"/>
        </a:p>
      </dsp:txBody>
      <dsp:txXfrm>
        <a:off x="176782" y="1350227"/>
        <a:ext cx="1303356" cy="809251"/>
      </dsp:txXfrm>
    </dsp:sp>
    <dsp:sp modelId="{B535BFE9-AFF1-465F-A92F-49BFC6E09CCD}">
      <dsp:nvSpPr>
        <dsp:cNvPr id="0" name=""/>
        <dsp:cNvSpPr/>
      </dsp:nvSpPr>
      <dsp:spPr>
        <a:xfrm>
          <a:off x="1655728" y="1182158"/>
          <a:ext cx="1353710" cy="8596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A59173F-6260-432C-82B4-B34FABEEF059}">
      <dsp:nvSpPr>
        <dsp:cNvPr id="0" name=""/>
        <dsp:cNvSpPr/>
      </dsp:nvSpPr>
      <dsp:spPr>
        <a:xfrm>
          <a:off x="1806140" y="1325050"/>
          <a:ext cx="1353710" cy="8596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ACID</a:t>
          </a:r>
          <a:endParaRPr lang="en-US" sz="1500" kern="1200" dirty="0"/>
        </a:p>
      </dsp:txBody>
      <dsp:txXfrm>
        <a:off x="1831317" y="1350227"/>
        <a:ext cx="1303356" cy="809251"/>
      </dsp:txXfrm>
    </dsp:sp>
    <dsp:sp modelId="{4CED425D-4999-430D-92D5-10D99A0B8BBF}">
      <dsp:nvSpPr>
        <dsp:cNvPr id="0" name=""/>
        <dsp:cNvSpPr/>
      </dsp:nvSpPr>
      <dsp:spPr>
        <a:xfrm>
          <a:off x="3310262" y="1182158"/>
          <a:ext cx="1353710" cy="8596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A9DC0DE-D89C-41CF-8ABD-F6B2D7644B19}">
      <dsp:nvSpPr>
        <dsp:cNvPr id="0" name=""/>
        <dsp:cNvSpPr/>
      </dsp:nvSpPr>
      <dsp:spPr>
        <a:xfrm>
          <a:off x="3460674" y="1325050"/>
          <a:ext cx="1353710" cy="8596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Estados</a:t>
          </a:r>
          <a:endParaRPr lang="en-US" sz="1500" kern="1200" dirty="0"/>
        </a:p>
      </dsp:txBody>
      <dsp:txXfrm>
        <a:off x="3485851" y="1350227"/>
        <a:ext cx="1303356" cy="809251"/>
      </dsp:txXfrm>
    </dsp:sp>
    <dsp:sp modelId="{FF67F267-504A-4C12-B32C-F0960FAD90E2}">
      <dsp:nvSpPr>
        <dsp:cNvPr id="0" name=""/>
        <dsp:cNvSpPr/>
      </dsp:nvSpPr>
      <dsp:spPr>
        <a:xfrm>
          <a:off x="4964797" y="1182158"/>
          <a:ext cx="1353710" cy="8596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AB76F44-0B2A-4BA8-BCA4-3B03C8947607}">
      <dsp:nvSpPr>
        <dsp:cNvPr id="0" name=""/>
        <dsp:cNvSpPr/>
      </dsp:nvSpPr>
      <dsp:spPr>
        <a:xfrm>
          <a:off x="5115209" y="1325050"/>
          <a:ext cx="1353710" cy="8596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Control de transacciones</a:t>
          </a:r>
          <a:endParaRPr lang="en-US" sz="1500" kern="1200" dirty="0"/>
        </a:p>
      </dsp:txBody>
      <dsp:txXfrm>
        <a:off x="5140386" y="1350227"/>
        <a:ext cx="1303356" cy="809251"/>
      </dsp:txXfrm>
    </dsp:sp>
    <dsp:sp modelId="{3211F0FF-08BF-46FD-AF8E-999617C0BE76}">
      <dsp:nvSpPr>
        <dsp:cNvPr id="0" name=""/>
        <dsp:cNvSpPr/>
      </dsp:nvSpPr>
      <dsp:spPr>
        <a:xfrm>
          <a:off x="6619331" y="1182158"/>
          <a:ext cx="1353710" cy="8596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2CF67E6-C72F-4254-A1ED-2A885FD59F65}">
      <dsp:nvSpPr>
        <dsp:cNvPr id="0" name=""/>
        <dsp:cNvSpPr/>
      </dsp:nvSpPr>
      <dsp:spPr>
        <a:xfrm>
          <a:off x="6769743" y="1325050"/>
          <a:ext cx="1353710" cy="8596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Problemas de concurrencia</a:t>
          </a:r>
          <a:endParaRPr lang="en-US" sz="1500" kern="1200" dirty="0"/>
        </a:p>
      </dsp:txBody>
      <dsp:txXfrm>
        <a:off x="6794920" y="1350227"/>
        <a:ext cx="1303356" cy="809251"/>
      </dsp:txXfrm>
    </dsp:sp>
    <dsp:sp modelId="{E6229891-9F07-40C8-AB93-2F9A05920B02}">
      <dsp:nvSpPr>
        <dsp:cNvPr id="0" name=""/>
        <dsp:cNvSpPr/>
      </dsp:nvSpPr>
      <dsp:spPr>
        <a:xfrm>
          <a:off x="8273866" y="1182158"/>
          <a:ext cx="1353710" cy="8596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CD0FBB0-DE1E-4FF2-912F-C4958ACEBBD5}">
      <dsp:nvSpPr>
        <dsp:cNvPr id="0" name=""/>
        <dsp:cNvSpPr/>
      </dsp:nvSpPr>
      <dsp:spPr>
        <a:xfrm>
          <a:off x="8424278" y="1325050"/>
          <a:ext cx="1353710" cy="8596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1500" kern="1200" dirty="0"/>
            <a:t>Laboratorio</a:t>
          </a:r>
        </a:p>
      </dsp:txBody>
      <dsp:txXfrm>
        <a:off x="8449455" y="1350227"/>
        <a:ext cx="1303356" cy="8092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DD7406EE-1E5E-4394-B508-934A428A455A}" type="datetime1">
              <a:rPr lang="es-ES" smtClean="0"/>
              <a:t>14/04/2026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EAFF3A6F-DEFA-45E0-9496-BEE7C2C6F3D0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920ADD3C-FF21-4216-9D7A-8A22E020B1F0}" type="datetime1">
              <a:rPr lang="es-ES" smtClean="0"/>
              <a:t>14/04/2026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F97DC217-DF71-1A49-B3EA-559F1F43B0F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F50E1-BD69-ACFC-1EB2-990DA5A5E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6621526-04BF-16B8-2A93-3121DD7932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1361EA2-680D-305B-30BD-A182B8EEDA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50B019A-23FB-A906-A68F-3CE905AA3B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386032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E72CE-9969-D610-2A8A-DAE66D0B9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47B4F4B-7AE7-196A-44DD-9402906AC9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B6B5236-C7E4-92DF-7E9A-F90DCCB29B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AA816A5-E400-E301-9159-FA1D5FFE04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364791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82F6F-C69C-AF37-C236-E553E194D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0D5F0CB-2DA7-6ECD-3640-3B76922B44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97BB198-CA0A-8E1E-2CB5-80853DAD12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F019BD4-2561-4A3B-C076-8D5464DFBA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712602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657C3-DF87-C829-3595-DEBDE9D19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90E26EF-6F76-3861-B888-8A407FC062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CC37A78-8FFE-F5D1-5689-9A4DADC896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F6D8E6F-B880-C303-270E-7D06AD460F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40410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49F93-FA51-D344-8D1E-36B0F7BC0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2FF8-899E-797C-C12C-7085FFDE1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C414C20-7D94-FFF5-CFE5-25A1498C6C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61FFF89-BB49-53E3-A689-533A6F0F09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361354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97100-BA7B-7E02-3FF1-B647DCCBE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96B4644-291F-34C5-6F3F-94AC9C17D4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554C694-EF96-9FA2-BCA1-15B92FABE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2379923-59C6-88B4-72DB-33C034F788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844889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F4EE5-419A-91D1-7B15-801D6F3B2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01369F3-111E-323D-FAD4-E5ECC05A06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55542D-544E-B25B-8617-8E82FC3E43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7869AA0-A6A5-8160-60B7-404F9BE83A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183822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F4076-9D90-A3C9-0B00-A7A38ECFC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CBA5760-6938-ECBB-B7C2-EAE7015FB7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E99FDEE-D1E1-90FD-55B2-6D0BBAB054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18A2671-0893-EBF8-0743-1FB640D9E9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63038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34875-AED2-DE2D-215C-48E2E3AC0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5EC2AD-9175-64E4-2682-F81CB36960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E1DC18-BCB6-54AE-3EDD-16C9B9FBCC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36D3409-BFB9-3C40-C59B-0553138419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34125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13E48-F57D-8471-DCA4-EAD7BD603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553EAEE-3D4C-3843-6505-5F5308E964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12ED4F1-AAF5-E783-BBC2-BDF5A77752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E6536E8-4B42-9500-A5EE-E182419601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12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240722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00873-054A-7C9A-26BA-36221EC6A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DC927F9-A21E-7B59-C0BD-AD94FED666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D874ABB-B2D6-0CD2-5815-3E9538FC16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7A07881-439F-0EB1-E450-BF6288E81E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13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995127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5A572-DA32-D896-A5F3-F1E7F94EB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74E869F-113E-731A-75EA-0BD2F2BE41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E1A6CA1-11B0-90BD-6F4B-84186DAE19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3777D1D-9938-0864-01B3-AF6434B8B4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14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09607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C1127-EB4F-41FC-FB0A-B263C5FBF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66504A8-F103-527C-9F20-4B496136C6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FEF0F97-2245-735F-CB24-D11D72D498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1ABC25F-E127-4826-2FF5-706DA9B763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15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409714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97DC217-DF71-1A49-B3EA-559F1F43B0FF}" type="slidenum">
              <a:rPr lang="es-ES" smtClean="0"/>
              <a:t>16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orma libre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16" name="Forma libre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</p:grp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28" name="Forma libre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rtlCol="0" anchor="b">
            <a:noAutofit/>
          </a:bodyPr>
          <a:lstStyle>
            <a:lvl1pPr algn="l">
              <a:defRPr lang="es-ES" sz="6000" b="1"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>
                <a:latin typeface="+mn-lt"/>
              </a:endParaRPr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orma libre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>
                  <a:latin typeface="+mn-lt"/>
                </a:endParaRPr>
              </a:p>
            </p:txBody>
          </p:sp>
          <p:sp>
            <p:nvSpPr>
              <p:cNvPr id="8" name="Forma libre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>
                  <a:latin typeface="+mn-lt"/>
                </a:endParaRPr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rtlCol="0" anchor="b">
            <a:noAutofit/>
          </a:bodyPr>
          <a:lstStyle>
            <a:lvl1pPr>
              <a:defRPr lang="es-ES" sz="4200" b="1"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 rtlCol="0">
            <a:normAutofit/>
          </a:bodyPr>
          <a:lstStyle>
            <a:lvl1pPr marL="0" indent="0">
              <a:buNone/>
              <a:defRPr lang="es-ES">
                <a:latin typeface="+mn-lt"/>
              </a:defRPr>
            </a:lvl1pPr>
            <a:lvl2pPr marL="457200" indent="0">
              <a:buNone/>
              <a:defRPr lang="es-ES">
                <a:latin typeface="+mn-lt"/>
              </a:defRPr>
            </a:lvl2pPr>
            <a:lvl3pPr marL="914400" indent="0">
              <a:buNone/>
              <a:defRPr lang="es-ES">
                <a:latin typeface="+mn-lt"/>
              </a:defRPr>
            </a:lvl3pPr>
            <a:lvl4pPr marL="1371600" indent="0">
              <a:buNone/>
              <a:defRPr lang="es-ES">
                <a:latin typeface="+mn-lt"/>
              </a:defRPr>
            </a:lvl4pPr>
            <a:lvl5pPr marL="1828800" indent="0">
              <a:buNone/>
              <a:defRPr lang="es-ES"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fech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s-ES"/>
              <a:t>8/9/20XX</a:t>
            </a:r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s-ES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imagen derec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>
                <a:latin typeface="+mn-lt"/>
              </a:endParaRPr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orma libre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>
                  <a:latin typeface="+mn-lt"/>
                </a:endParaRPr>
              </a:p>
            </p:txBody>
          </p:sp>
          <p:sp>
            <p:nvSpPr>
              <p:cNvPr id="8" name="Forma libre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>
                  <a:latin typeface="+mn-lt"/>
                </a:endParaRPr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71600"/>
            <a:ext cx="5486400" cy="4114800"/>
          </a:xfrm>
        </p:spPr>
        <p:txBody>
          <a:bodyPr rtlCol="0" anchor="ctr" anchorCtr="0">
            <a:noAutofit/>
          </a:bodyPr>
          <a:lstStyle>
            <a:lvl1pPr>
              <a:defRPr lang="es-ES" sz="6000" b="1"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 rtlCol="0"/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10" name="Marcador de fech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s-ES"/>
              <a:t>8/9/20XX</a:t>
            </a:r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s-ES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9126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imagen izquier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>
                <a:latin typeface="+mn-lt"/>
              </a:endParaRPr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orma libre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>
                  <a:latin typeface="+mn-lt"/>
                </a:endParaRPr>
              </a:p>
            </p:txBody>
          </p:sp>
          <p:sp>
            <p:nvSpPr>
              <p:cNvPr id="8" name="Forma libre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>
                  <a:latin typeface="+mn-lt"/>
                </a:endParaRPr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0" y="457200"/>
            <a:ext cx="5120640" cy="3200400"/>
          </a:xfrm>
        </p:spPr>
        <p:txBody>
          <a:bodyPr rtlCol="0" anchor="b" anchorCtr="0">
            <a:noAutofit/>
          </a:bodyPr>
          <a:lstStyle>
            <a:lvl1pPr>
              <a:defRPr lang="es-ES" sz="6000" b="1"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763DBBF-E63D-81E5-E7CE-32F6F2C2F9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43598" y="3657600"/>
            <a:ext cx="5120640" cy="1828800"/>
          </a:xfrm>
        </p:spPr>
        <p:txBody>
          <a:bodyPr rtlCol="0" anchor="t" anchorCtr="0">
            <a:noAutofit/>
          </a:bodyPr>
          <a:lstStyle>
            <a:lvl1pPr marL="0" indent="0" algn="l">
              <a:buNone/>
              <a:defRPr lang="es-ES" sz="3200">
                <a:latin typeface="+mn-lt"/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agregar un subtítulo</a:t>
            </a:r>
          </a:p>
        </p:txBody>
      </p:sp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64033732-ADA1-C540-7276-3FF5CDEF2C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4238" y="1157224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 rtlCol="0"/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10" name="Marcador de fech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s-ES"/>
              <a:t>8/9/20XX</a:t>
            </a:r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s-ES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23856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4" name="Forma libre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13" name="Título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rtlCol="0" anchor="b">
            <a:noAutofit/>
          </a:bodyPr>
          <a:lstStyle>
            <a:lvl1pPr>
              <a:defRPr lang="es-ES" sz="4200" b="1"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 rtlCol="0"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es-ES"/>
              <a:t>8/9/20XX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 lang="es-ES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 rtlCol="0">
            <a:noAutofit/>
          </a:bodyPr>
          <a:lstStyle>
            <a:lvl1pPr>
              <a:defRPr lang="es-ES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ítul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orma libre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16" name="Forma libre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</p:grp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rtlCol="0" anchor="b">
            <a:noAutofit/>
          </a:bodyPr>
          <a:lstStyle>
            <a:lvl1pPr algn="l">
              <a:defRPr lang="es-ES" sz="60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rtlCol="0" anchor="ctr" anchorCtr="0">
            <a:noAutofit/>
          </a:bodyPr>
          <a:lstStyle>
            <a:lvl1pPr marL="0" indent="0" algn="l">
              <a:buNone/>
              <a:defRPr lang="es-ES"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agregar un subtítulo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en 2 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upo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orma libre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>
                  <a:latin typeface="+mn-lt"/>
                </a:endParaRPr>
              </a:p>
            </p:txBody>
          </p:sp>
          <p:sp>
            <p:nvSpPr>
              <p:cNvPr id="8" name="Forma libre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>
                  <a:latin typeface="+mn-lt"/>
                </a:endParaRPr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rtlCol="0" anchor="b">
            <a:noAutofit/>
          </a:bodyPr>
          <a:lstStyle>
            <a:lvl1pPr>
              <a:defRPr lang="es-ES" sz="4200" b="1"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es-ES"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es-ES"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fech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s-ES"/>
              <a:t>8/9/20XX</a:t>
            </a:r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s-ES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2 contenido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rtlCol="0" anchor="b">
            <a:noAutofit/>
          </a:bodyPr>
          <a:lstStyle>
            <a:lvl1pPr>
              <a:defRPr lang="es-ES" sz="42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 rtlCol="0"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lang="es-ES"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lang="es-ES"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lang="es-ES"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lang="es-ES"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lang="es-ES" sz="20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es-ES"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es-ES" sz="20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fech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s-ES"/>
              <a:t>8/9/20XX</a:t>
            </a:r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s-ES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Gráfico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4" name="Forma libre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rtlCol="0" anchor="b">
            <a:noAutofit/>
          </a:bodyPr>
          <a:lstStyle>
            <a:lvl1pPr>
              <a:defRPr lang="es-ES" sz="4200" b="1"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 rtlCol="0">
            <a:noAutofit/>
          </a:bodyPr>
          <a:lstStyle>
            <a:lvl1pPr marL="0" indent="0">
              <a:buNone/>
              <a:defRPr lang="es-ES">
                <a:latin typeface="+mn-lt"/>
              </a:defRPr>
            </a:lvl1pPr>
            <a:lvl2pPr marL="457200" indent="0">
              <a:buNone/>
              <a:defRPr lang="es-ES">
                <a:latin typeface="+mn-lt"/>
              </a:defRPr>
            </a:lvl2pPr>
            <a:lvl3pPr marL="914400" indent="0">
              <a:buNone/>
              <a:defRPr lang="es-ES">
                <a:latin typeface="+mn-lt"/>
              </a:defRPr>
            </a:lvl3pPr>
            <a:lvl4pPr marL="1371600" indent="0">
              <a:buNone/>
              <a:defRPr lang="es-ES">
                <a:latin typeface="+mn-lt"/>
              </a:defRPr>
            </a:lvl4pPr>
            <a:lvl5pPr marL="1828800" indent="0">
              <a:buNone/>
              <a:defRPr lang="es-ES">
                <a:latin typeface="+mn-lt"/>
              </a:defRPr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fech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s-ES"/>
              <a:t>8/9/20XX</a:t>
            </a:r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s-ES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inalizar diapositi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orma libre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16" name="Forma libre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</p:grp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rtlCol="0" anchor="b">
            <a:noAutofit/>
          </a:bodyPr>
          <a:lstStyle>
            <a:lvl1pPr algn="l">
              <a:defRPr lang="es-ES" sz="6000" b="1">
                <a:latin typeface="+mj-lt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rtlCol="0" anchor="t" anchorCtr="0">
            <a:normAutofit/>
          </a:bodyPr>
          <a:lstStyle>
            <a:lvl1pPr marL="0" indent="0" algn="l">
              <a:buNone/>
              <a:defRPr lang="es-ES" sz="2800">
                <a:latin typeface="+mn-lt"/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lvl="0" rtl="0"/>
            <a:r>
              <a:rPr lang="es-ES"/>
              <a:t>Haga clic para agregar texto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es-ES"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r>
              <a:rPr lang="es-ES"/>
              <a:t>8/9/20XX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s-ES"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74" r:id="rId4"/>
    <p:sldLayoutId id="2147483671" r:id="rId5"/>
    <p:sldLayoutId id="2147483659" r:id="rId6"/>
    <p:sldLayoutId id="2147483668" r:id="rId7"/>
    <p:sldLayoutId id="2147483669" r:id="rId8"/>
    <p:sldLayoutId id="2147483661" r:id="rId9"/>
    <p:sldLayoutId id="2147483666" r:id="rId10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es-ES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s-ES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0" y="457200"/>
            <a:ext cx="5120640" cy="3200400"/>
          </a:xfrm>
        </p:spPr>
        <p:txBody>
          <a:bodyPr vert="horz" lIns="91440" tIns="45720" rIns="91440" bIns="45720" rtlCol="0" anchor="b" anchorCtr="0">
            <a:normAutofit/>
          </a:bodyPr>
          <a:lstStyle>
            <a:defPPr>
              <a:defRPr lang="es-ES"/>
            </a:defPPr>
          </a:lstStyle>
          <a:p>
            <a:r>
              <a:rPr lang="es-ES" sz="5600" b="1" kern="1200" dirty="0">
                <a:latin typeface="+mj-lt"/>
                <a:ea typeface="+mj-ea"/>
                <a:cs typeface="+mj-cs"/>
              </a:rPr>
              <a:t>IF-5100 Administración de bases de datos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EEBB6FD5-CB11-15FB-6E4D-07CBED073A57}"/>
              </a:ext>
            </a:extLst>
          </p:cNvPr>
          <p:cNvSpPr txBox="1">
            <a:spLocks/>
          </p:cNvSpPr>
          <p:nvPr/>
        </p:nvSpPr>
        <p:spPr>
          <a:xfrm>
            <a:off x="5943598" y="3657600"/>
            <a:ext cx="5120640" cy="69333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defPPr>
              <a:defRPr lang="es-ES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s-ES"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s-ES" sz="3200" kern="1200" dirty="0">
                <a:latin typeface="+mn-lt"/>
                <a:ea typeface="+mn-ea"/>
                <a:cs typeface="+mn-cs"/>
              </a:rPr>
              <a:t>Informática Empresarial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85BB1439-1C28-4247-0ABD-061B539049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4238" y="1167543"/>
            <a:ext cx="4500562" cy="4500562"/>
          </a:xfrm>
          <a:prstGeom prst="ellipse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BBC0F21F-D25A-E60F-B9DD-8D1C7B7203FF}"/>
              </a:ext>
            </a:extLst>
          </p:cNvPr>
          <p:cNvSpPr txBox="1">
            <a:spLocks/>
          </p:cNvSpPr>
          <p:nvPr/>
        </p:nvSpPr>
        <p:spPr>
          <a:xfrm>
            <a:off x="5943598" y="4211934"/>
            <a:ext cx="5120640" cy="69333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defPPr>
              <a:defRPr lang="es-ES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s-ES"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s-ES" sz="3200" kern="1200" dirty="0">
                <a:latin typeface="+mn-lt"/>
                <a:ea typeface="+mn-ea"/>
                <a:cs typeface="+mn-cs"/>
              </a:rPr>
              <a:t>Clase 4 – Transacciones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Agenda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C206C54B-6301-7941-014E-AE2DA775D4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9948674"/>
              </p:ext>
            </p:extLst>
          </p:nvPr>
        </p:nvGraphicFramePr>
        <p:xfrm>
          <a:off x="1158865" y="2017467"/>
          <a:ext cx="9779182" cy="33668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27D2B-BD1D-51F6-BDD5-8DE1C64D2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CF87906E-5BA5-FD66-B450-0C47A48B1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3212" y="243840"/>
            <a:ext cx="9601200" cy="822157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Transacciones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1AE4C27-3385-70E2-1ECF-BF05C339664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064872" y="2623590"/>
            <a:ext cx="10062255" cy="1288842"/>
          </a:xfrm>
        </p:spPr>
        <p:txBody>
          <a:bodyPr/>
          <a:lstStyle/>
          <a:p>
            <a:r>
              <a:rPr lang="es-MX" dirty="0"/>
              <a:t>Las transacciones son un concepto fundamental en la administración de bases de datos. Permiten garantizar la integridad y consistencia de los datos cuando múltiples operaciones se ejecutan como una unidad lógica de trabajo.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519792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4616C-B33C-1085-EFAB-9195D2781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5D3787A7-8D3B-7FA2-236E-2B69793A7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3212" y="243840"/>
            <a:ext cx="9601200" cy="822157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Transacciones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8AE6F18-99F5-49C5-FA91-111E2C1E8CC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82684" y="1934043"/>
            <a:ext cx="10062255" cy="1288842"/>
          </a:xfrm>
        </p:spPr>
        <p:txBody>
          <a:bodyPr>
            <a:noAutofit/>
          </a:bodyPr>
          <a:lstStyle/>
          <a:p>
            <a:r>
              <a:rPr lang="es-MX" dirty="0"/>
              <a:t>Una transacción es un conjunto de operaciones (INSERT, UPDATE, DELETE) que se ejecutan como una sola unidad.</a:t>
            </a:r>
          </a:p>
          <a:p>
            <a:r>
              <a:rPr lang="es-MX" b="1" dirty="0"/>
              <a:t>Ejemplo:</a:t>
            </a:r>
          </a:p>
          <a:p>
            <a:r>
              <a:rPr lang="es-MX" dirty="0"/>
              <a:t>Transferencia bancaria:</a:t>
            </a:r>
          </a:p>
          <a:p>
            <a:r>
              <a:rPr lang="es-MX" dirty="0"/>
              <a:t>Debitar dinero de una cuenta</a:t>
            </a:r>
          </a:p>
          <a:p>
            <a:r>
              <a:rPr lang="es-MX" dirty="0"/>
              <a:t>Acreditar dinero a otra cuenta</a:t>
            </a:r>
          </a:p>
          <a:p>
            <a:r>
              <a:rPr lang="es-MX" dirty="0"/>
              <a:t>Ambas operaciones deben ejecutarse juntas o ninguna.</a:t>
            </a:r>
          </a:p>
        </p:txBody>
      </p:sp>
    </p:spTree>
    <p:extLst>
      <p:ext uri="{BB962C8B-B14F-4D97-AF65-F5344CB8AC3E}">
        <p14:creationId xmlns:p14="http://schemas.microsoft.com/office/powerpoint/2010/main" val="1628778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D4F30-242D-0B63-9BC1-73AD6AA81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B3D36806-E807-1388-BA60-A49D104D2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3212" y="243840"/>
            <a:ext cx="9601200" cy="822157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ACID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D2D125-F310-B82A-FF27-3D0A939E2B7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443398" y="1999750"/>
            <a:ext cx="6625652" cy="3332832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r>
              <a:rPr lang="es-MX" b="1" dirty="0"/>
              <a:t>A - Atomicidad</a:t>
            </a:r>
          </a:p>
          <a:p>
            <a:r>
              <a:rPr lang="es-MX" dirty="0"/>
              <a:t>Todo o nada.</a:t>
            </a:r>
          </a:p>
          <a:p>
            <a:r>
              <a:rPr lang="es-MX" b="1" dirty="0"/>
              <a:t>C - Consistencia</a:t>
            </a:r>
          </a:p>
          <a:p>
            <a:r>
              <a:rPr lang="es-MX" dirty="0"/>
              <a:t>La base de datos pasa de un estado válido a otro.</a:t>
            </a:r>
          </a:p>
          <a:p>
            <a:r>
              <a:rPr lang="es-MX" b="1" dirty="0"/>
              <a:t>I - Aislamiento</a:t>
            </a:r>
          </a:p>
          <a:p>
            <a:r>
              <a:rPr lang="es-MX" dirty="0"/>
              <a:t>Las transacciones no interfieren entre sí.</a:t>
            </a:r>
          </a:p>
          <a:p>
            <a:r>
              <a:rPr lang="es-MX" b="1" dirty="0"/>
              <a:t>D - Durabilidad</a:t>
            </a:r>
          </a:p>
          <a:p>
            <a:r>
              <a:rPr lang="es-MX" dirty="0"/>
              <a:t>Los cambios persisten incluso ante fallos.</a:t>
            </a:r>
          </a:p>
        </p:txBody>
      </p:sp>
    </p:spTree>
    <p:extLst>
      <p:ext uri="{BB962C8B-B14F-4D97-AF65-F5344CB8AC3E}">
        <p14:creationId xmlns:p14="http://schemas.microsoft.com/office/powerpoint/2010/main" val="2444118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DB326-1FC2-4629-B5EE-7ACAD7F6A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CAF86DCB-B2AC-1579-F17B-E0E93C19A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rPr lang="es-MX" dirty="0"/>
              <a:t>Estados de una transacción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644860-3D76-42DE-1EB3-A414A76FABB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49116" y="1949338"/>
            <a:ext cx="9144000" cy="3910285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dirty="0"/>
              <a:t>Activa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dirty="0"/>
              <a:t>Parcialmente confirmada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dirty="0"/>
              <a:t>Confirmada (</a:t>
            </a:r>
            <a:r>
              <a:rPr lang="es-MX" dirty="0" err="1"/>
              <a:t>Commited</a:t>
            </a:r>
            <a:r>
              <a:rPr lang="es-MX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dirty="0"/>
              <a:t>Fallida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dirty="0"/>
              <a:t>Abortada</a:t>
            </a:r>
          </a:p>
        </p:txBody>
      </p:sp>
    </p:spTree>
    <p:extLst>
      <p:ext uri="{BB962C8B-B14F-4D97-AF65-F5344CB8AC3E}">
        <p14:creationId xmlns:p14="http://schemas.microsoft.com/office/powerpoint/2010/main" val="2477588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51E04-89CD-74BB-5F70-A3CC17FFB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CC8293A8-DA21-188F-5E2E-B86AC83D3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rPr lang="es-MX" dirty="0"/>
              <a:t>Control de transacciones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66DDC0E-68DA-5AA8-2A72-07EF3EE146E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723869" y="1949338"/>
            <a:ext cx="9995380" cy="3910285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r>
              <a:rPr lang="en-US" b="1" dirty="0" err="1"/>
              <a:t>Comandos</a:t>
            </a:r>
            <a:r>
              <a:rPr lang="en-US" b="1" dirty="0"/>
              <a:t> </a:t>
            </a:r>
            <a:r>
              <a:rPr lang="en-US" b="1" dirty="0" err="1"/>
              <a:t>principales</a:t>
            </a:r>
            <a:r>
              <a:rPr lang="en-US" b="1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BEGIN / START TRANSACTION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COMMIT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ROLLBACK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SAVEPOINT</a:t>
            </a:r>
          </a:p>
          <a:p>
            <a:r>
              <a:rPr lang="en-US" b="1" dirty="0" err="1"/>
              <a:t>Ejemplo</a:t>
            </a:r>
            <a:r>
              <a:rPr lang="en-US" b="1" dirty="0"/>
              <a:t> SQL:</a:t>
            </a:r>
          </a:p>
          <a:p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5279DD4-2025-2109-B185-FE69252C26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8011" y="4722182"/>
            <a:ext cx="6801724" cy="1447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223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49398-BA96-34BF-A4B8-15A0864C5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074382CC-68EA-B8F5-9450-809886F71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rPr lang="es-MX" dirty="0"/>
              <a:t>Problemas de concurrencia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49AB01-059B-C3B3-E4AB-AD7B272E494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723869" y="1949338"/>
            <a:ext cx="9995380" cy="3910285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b="1" dirty="0"/>
              <a:t>Lectura sucia (</a:t>
            </a:r>
            <a:r>
              <a:rPr lang="es-MX" b="1" dirty="0" err="1"/>
              <a:t>Dirty</a:t>
            </a:r>
            <a:r>
              <a:rPr lang="es-MX" b="1" dirty="0"/>
              <a:t> </a:t>
            </a:r>
            <a:r>
              <a:rPr lang="es-MX" b="1" dirty="0" err="1"/>
              <a:t>Read</a:t>
            </a:r>
            <a:r>
              <a:rPr lang="es-MX" b="1" dirty="0"/>
              <a:t>)</a:t>
            </a:r>
          </a:p>
          <a:p>
            <a:pPr marL="626364" lvl="1" indent="-342900"/>
            <a:r>
              <a:rPr lang="es-MX" dirty="0"/>
              <a:t>Leer datos no confirmados.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b="1" dirty="0"/>
              <a:t>Lectura no repetible</a:t>
            </a:r>
          </a:p>
          <a:p>
            <a:pPr marL="626364" lvl="1" indent="-342900"/>
            <a:r>
              <a:rPr lang="es-MX" dirty="0"/>
              <a:t>Los datos cambian entre lecturas.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b="1" dirty="0"/>
              <a:t>Lectura fantasma</a:t>
            </a:r>
          </a:p>
          <a:p>
            <a:pPr marL="626364" lvl="1" indent="-342900"/>
            <a:r>
              <a:rPr lang="es-MX" dirty="0"/>
              <a:t>Nuevas filas aparecen en consultas repetidas.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75367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74233-409B-C33F-D9D6-A5F73267A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582BC5D1-69BF-EDB3-0BA0-D1C7FA6FA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rPr lang="es-CR" dirty="0"/>
              <a:t>Niveles de Aislamiento</a:t>
            </a:r>
            <a:endParaRPr lang="es-E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2EA81C7-0775-CF0E-CBCC-D23E2CEA505C}"/>
              </a:ext>
            </a:extLst>
          </p:cNvPr>
          <p:cNvSpPr>
            <a:spLocks noGrp="1" noChangeArrowheads="1"/>
          </p:cNvSpPr>
          <p:nvPr>
            <p:ph idx="10"/>
          </p:nvPr>
        </p:nvSpPr>
        <p:spPr bwMode="auto">
          <a:xfrm>
            <a:off x="674558" y="3185169"/>
            <a:ext cx="8649324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CR" altLang="es-CR" b="1" dirty="0"/>
              <a:t>READ UNCOMMITTED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CR" altLang="es-CR" b="1" dirty="0"/>
              <a:t>READ COMMITTED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CR" altLang="es-CR" b="1" dirty="0"/>
              <a:t>REPEATABLE READ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CR" altLang="es-CR" b="1" dirty="0"/>
              <a:t>SERIALIZABLE </a:t>
            </a:r>
          </a:p>
        </p:txBody>
      </p:sp>
    </p:spTree>
    <p:extLst>
      <p:ext uri="{BB962C8B-B14F-4D97-AF65-F5344CB8AC3E}">
        <p14:creationId xmlns:p14="http://schemas.microsoft.com/office/powerpoint/2010/main" val="2272189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DC2B5-247B-734A-AB08-FADD82EDC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39B5E64B-CE0E-C444-835E-F736BE39C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rPr lang="es-CR" dirty="0"/>
              <a:t>Buenas prácticas</a:t>
            </a:r>
            <a:endParaRPr lang="es-E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6AA5A5-9977-1BD9-9AD7-1AD3FCEC49B9}"/>
              </a:ext>
            </a:extLst>
          </p:cNvPr>
          <p:cNvSpPr>
            <a:spLocks noGrp="1" noChangeArrowheads="1"/>
          </p:cNvSpPr>
          <p:nvPr>
            <p:ph idx="10"/>
          </p:nvPr>
        </p:nvSpPr>
        <p:spPr bwMode="auto">
          <a:xfrm>
            <a:off x="1167492" y="2487033"/>
            <a:ext cx="10942689" cy="1420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R" altLang="es-C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Mantener transacciones cortas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R" altLang="es-C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Evitar interacción del usuario dentro de una transacción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R" altLang="es-C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Acceder a tablas en el mismo orden </a:t>
            </a:r>
          </a:p>
        </p:txBody>
      </p:sp>
    </p:spTree>
    <p:extLst>
      <p:ext uri="{BB962C8B-B14F-4D97-AF65-F5344CB8AC3E}">
        <p14:creationId xmlns:p14="http://schemas.microsoft.com/office/powerpoint/2010/main" val="1038918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A891E-625D-287A-D5F0-F7835F91B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F5AFCCC6-5676-8003-E6B1-0288FF896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rPr lang="es-CR" dirty="0"/>
              <a:t>Manejo de errores en Transacciones</a:t>
            </a:r>
            <a:endParaRPr lang="es-E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F34550-AA3C-90BD-0D2A-755A021A8733}"/>
              </a:ext>
            </a:extLst>
          </p:cNvPr>
          <p:cNvSpPr>
            <a:spLocks noGrp="1" noChangeArrowheads="1"/>
          </p:cNvSpPr>
          <p:nvPr>
            <p:ph idx="10"/>
          </p:nvPr>
        </p:nvSpPr>
        <p:spPr bwMode="auto">
          <a:xfrm>
            <a:off x="1167492" y="2063552"/>
            <a:ext cx="10942689" cy="2267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MX" dirty="0"/>
              <a:t>El control de errores es clave para asegurar que una transacción no deje la base de datos en un estado inconsistente.</a:t>
            </a:r>
          </a:p>
          <a:p>
            <a:r>
              <a:rPr lang="es-MX" b="1" dirty="0"/>
              <a:t>Estrategias generales:</a:t>
            </a:r>
          </a:p>
          <a:p>
            <a:r>
              <a:rPr lang="es-MX" dirty="0"/>
              <a:t>Usar ROLLBACK ante cualquier error</a:t>
            </a:r>
          </a:p>
          <a:p>
            <a:r>
              <a:rPr lang="es-MX" dirty="0"/>
              <a:t>Validar antes de ejecutar cambios críticos</a:t>
            </a:r>
          </a:p>
          <a:p>
            <a:r>
              <a:rPr lang="es-MX" dirty="0"/>
              <a:t>Manejar excepciones desde la aplicación</a:t>
            </a:r>
          </a:p>
        </p:txBody>
      </p:sp>
    </p:spTree>
    <p:extLst>
      <p:ext uri="{BB962C8B-B14F-4D97-AF65-F5344CB8AC3E}">
        <p14:creationId xmlns:p14="http://schemas.microsoft.com/office/powerpoint/2010/main" val="934084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4A7FA-F8A6-D730-0FFD-2AD2AF1A5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2C01ACD0-D94C-F947-12C6-71659DDB6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rPr lang="es-CR" dirty="0"/>
              <a:t>Manejo de errores en Transacciones</a:t>
            </a:r>
            <a:endParaRPr lang="es-E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92188A-7D31-AF85-A404-66905C452806}"/>
              </a:ext>
            </a:extLst>
          </p:cNvPr>
          <p:cNvSpPr>
            <a:spLocks noGrp="1" noChangeArrowheads="1"/>
          </p:cNvSpPr>
          <p:nvPr>
            <p:ph idx="10"/>
          </p:nvPr>
        </p:nvSpPr>
        <p:spPr bwMode="auto">
          <a:xfrm>
            <a:off x="3445653" y="2267620"/>
            <a:ext cx="45518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MX" dirty="0"/>
              <a:t>Ejemplo en SQL (Control básico)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79DCAEE-ED6F-2692-C732-B3758AFDB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155" y="3114675"/>
            <a:ext cx="5044877" cy="2781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555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6412F-20DA-2820-0F9B-C1F3168AB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694336F9-1612-728E-E93E-FB98046CE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rPr lang="es-CR" dirty="0"/>
              <a:t>Manejo de errores en Transacciones</a:t>
            </a:r>
            <a:endParaRPr lang="es-E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652485-0B1B-B363-20C0-2737D56B1FEC}"/>
              </a:ext>
            </a:extLst>
          </p:cNvPr>
          <p:cNvSpPr>
            <a:spLocks noGrp="1" noChangeArrowheads="1"/>
          </p:cNvSpPr>
          <p:nvPr>
            <p:ph idx="10"/>
          </p:nvPr>
        </p:nvSpPr>
        <p:spPr bwMode="auto">
          <a:xfrm>
            <a:off x="3445653" y="2267620"/>
            <a:ext cx="45518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MX" dirty="0"/>
              <a:t>Ejemplo en SQL (TRY…CATCH)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7C01E10-277F-97C9-94AF-DC8AC9EE5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5653" y="2954681"/>
            <a:ext cx="5044877" cy="2987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051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0778C-D48F-1360-0640-D8B8924A4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27ADFECE-C36C-2C6A-CE64-59794DD5F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rPr lang="es-CR" dirty="0"/>
              <a:t>Manejo de errores en Transacciones</a:t>
            </a:r>
            <a:endParaRPr lang="es-E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3BBA75-D35E-E74A-DC64-1570B8A5D502}"/>
              </a:ext>
            </a:extLst>
          </p:cNvPr>
          <p:cNvSpPr>
            <a:spLocks noGrp="1" noChangeArrowheads="1"/>
          </p:cNvSpPr>
          <p:nvPr>
            <p:ph idx="10"/>
          </p:nvPr>
        </p:nvSpPr>
        <p:spPr bwMode="auto">
          <a:xfrm>
            <a:off x="1768839" y="2764589"/>
            <a:ext cx="6760564" cy="2841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MX" b="1" dirty="0"/>
              <a:t>Buenas prácticas en manejo de errores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dirty="0"/>
              <a:t>Siempre usar TRY/CATCH (o equivalente)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dirty="0"/>
              <a:t>Nunca dejar transacciones abiertas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dirty="0"/>
              <a:t>Registrar errores (</a:t>
            </a:r>
            <a:r>
              <a:rPr lang="es-MX" dirty="0" err="1"/>
              <a:t>logging</a:t>
            </a:r>
            <a:r>
              <a:rPr lang="es-MX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dirty="0"/>
              <a:t>Validar reglas de negocio antes de ejecutar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dirty="0"/>
              <a:t>Evitar </a:t>
            </a:r>
            <a:r>
              <a:rPr lang="es-MX" dirty="0" err="1"/>
              <a:t>commits</a:t>
            </a:r>
            <a:r>
              <a:rPr lang="es-MX" dirty="0"/>
              <a:t> parciales sin control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31664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8A876-7543-6125-E5E5-1AFA7CAF7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4F99A5A0-44FF-8C26-5D2B-85AC2AC4C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6718" y="3038776"/>
            <a:ext cx="3178563" cy="495156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rPr lang="es-MX" sz="3200" dirty="0"/>
              <a:t>Laboratorio</a:t>
            </a:r>
            <a:endParaRPr lang="es-ES" sz="32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69706F-8F58-41D9-5EBE-36776B678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5273" y="2131097"/>
            <a:ext cx="9779182" cy="3841078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br>
              <a:rPr lang="es-MX" sz="2400" dirty="0"/>
            </a:br>
            <a:endParaRPr lang="es-MX" sz="2400" dirty="0"/>
          </a:p>
        </p:txBody>
      </p:sp>
    </p:spTree>
    <p:extLst>
      <p:ext uri="{BB962C8B-B14F-4D97-AF65-F5344CB8AC3E}">
        <p14:creationId xmlns:p14="http://schemas.microsoft.com/office/powerpoint/2010/main" val="32264806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252549"/>
            <a:ext cx="6220278" cy="3262811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¡Muchas Gracias!</a:t>
            </a:r>
          </a:p>
        </p:txBody>
      </p:sp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3135420_TF45331398_Win32" id="{C0135C28-68A3-40E4-BC16-4AD80F3EE0C9}" vid="{17F0BC35-05E6-4450-B170-6A0CA2A0F36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Presentación universal</Template>
  <TotalTime>783</TotalTime>
  <Words>373</Words>
  <Application>Microsoft Office PowerPoint</Application>
  <PresentationFormat>Panorámica</PresentationFormat>
  <Paragraphs>93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Calibri</vt:lpstr>
      <vt:lpstr>Tenorite</vt:lpstr>
      <vt:lpstr>Personalizar</vt:lpstr>
      <vt:lpstr>IF-5100 Administración de bases de datos</vt:lpstr>
      <vt:lpstr>Agenda</vt:lpstr>
      <vt:lpstr>Transacciones</vt:lpstr>
      <vt:lpstr>Transacciones</vt:lpstr>
      <vt:lpstr>ACID</vt:lpstr>
      <vt:lpstr>Estados de una transacción</vt:lpstr>
      <vt:lpstr>Control de transacciones</vt:lpstr>
      <vt:lpstr>Problemas de concurrencia</vt:lpstr>
      <vt:lpstr>Niveles de Aislamiento</vt:lpstr>
      <vt:lpstr>Buenas prácticas</vt:lpstr>
      <vt:lpstr>Manejo de errores en Transacciones</vt:lpstr>
      <vt:lpstr>Manejo de errores en Transacciones</vt:lpstr>
      <vt:lpstr>Manejo de errores en Transacciones</vt:lpstr>
      <vt:lpstr>Manejo de errores en Transacciones</vt:lpstr>
      <vt:lpstr>Laboratorio</vt:lpstr>
      <vt:lpstr>¡Muchas Gracias!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QUESADA CASTILLO RANDALL JOSUE</dc:creator>
  <cp:lastModifiedBy>QUESADA CASTILLO RANDALL JOSUE</cp:lastModifiedBy>
  <cp:revision>1</cp:revision>
  <dcterms:created xsi:type="dcterms:W3CDTF">2026-03-09T18:31:26Z</dcterms:created>
  <dcterms:modified xsi:type="dcterms:W3CDTF">2026-04-14T16:38:35Z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