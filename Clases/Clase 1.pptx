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5"/>
    <p:sldId id="257" r:id="rId6"/>
    <p:sldId id="286" r:id="rId7"/>
    <p:sldId id="288" r:id="rId8"/>
    <p:sldId id="290" r:id="rId9"/>
    <p:sldId id="304" r:id="rId10"/>
    <p:sldId id="303" r:id="rId11"/>
    <p:sldId id="297" r:id="rId12"/>
    <p:sldId id="305" r:id="rId13"/>
    <p:sldId id="298" r:id="rId14"/>
    <p:sldId id="299" r:id="rId15"/>
    <p:sldId id="300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296" r:id="rId29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73EDF3-1EAD-4B95-AFF9-D0AB9E306853}" v="9" dt="2026-03-09T20:39:02.496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46" autoAdjust="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ESADA CASTILLO RANDALL JOSUE" userId="b29aff0c-7e4a-4e11-b3dc-2798a24f161e" providerId="ADAL" clId="{7F2C15F9-14F4-41C9-A6D2-58022218BE9B}"/>
    <pc:docChg chg="delSld modSld">
      <pc:chgData name="QUESADA CASTILLO RANDALL JOSUE" userId="b29aff0c-7e4a-4e11-b3dc-2798a24f161e" providerId="ADAL" clId="{7F2C15F9-14F4-41C9-A6D2-58022218BE9B}" dt="2026-03-09T20:39:02.496" v="10" actId="1076"/>
      <pc:docMkLst>
        <pc:docMk/>
      </pc:docMkLst>
      <pc:sldChg chg="del">
        <pc:chgData name="QUESADA CASTILLO RANDALL JOSUE" userId="b29aff0c-7e4a-4e11-b3dc-2798a24f161e" providerId="ADAL" clId="{7F2C15F9-14F4-41C9-A6D2-58022218BE9B}" dt="2026-03-09T20:37:54.799" v="0" actId="47"/>
        <pc:sldMkLst>
          <pc:docMk/>
          <pc:sldMk cId="2148260932" sldId="301"/>
        </pc:sldMkLst>
      </pc:sldChg>
      <pc:sldChg chg="del">
        <pc:chgData name="QUESADA CASTILLO RANDALL JOSUE" userId="b29aff0c-7e4a-4e11-b3dc-2798a24f161e" providerId="ADAL" clId="{7F2C15F9-14F4-41C9-A6D2-58022218BE9B}" dt="2026-03-09T20:38:31.338" v="1" actId="47"/>
        <pc:sldMkLst>
          <pc:docMk/>
          <pc:sldMk cId="76710520" sldId="302"/>
        </pc:sldMkLst>
      </pc:sldChg>
      <pc:sldChg chg="modSp">
        <pc:chgData name="QUESADA CASTILLO RANDALL JOSUE" userId="b29aff0c-7e4a-4e11-b3dc-2798a24f161e" providerId="ADAL" clId="{7F2C15F9-14F4-41C9-A6D2-58022218BE9B}" dt="2026-03-09T20:39:02.496" v="10" actId="1076"/>
        <pc:sldMkLst>
          <pc:docMk/>
          <pc:sldMk cId="2287053028" sldId="306"/>
        </pc:sldMkLst>
        <pc:picChg chg="mod">
          <ac:chgData name="QUESADA CASTILLO RANDALL JOSUE" userId="b29aff0c-7e4a-4e11-b3dc-2798a24f161e" providerId="ADAL" clId="{7F2C15F9-14F4-41C9-A6D2-58022218BE9B}" dt="2026-03-09T20:39:00.988" v="8" actId="1076"/>
          <ac:picMkLst>
            <pc:docMk/>
            <pc:sldMk cId="2287053028" sldId="306"/>
            <ac:picMk id="11266" creationId="{E49B2C8F-E3C6-DA3B-E922-B32EE0695D3A}"/>
          </ac:picMkLst>
        </pc:picChg>
        <pc:picChg chg="mod">
          <ac:chgData name="QUESADA CASTILLO RANDALL JOSUE" userId="b29aff0c-7e4a-4e11-b3dc-2798a24f161e" providerId="ADAL" clId="{7F2C15F9-14F4-41C9-A6D2-58022218BE9B}" dt="2026-03-09T20:39:01.752" v="9" actId="1076"/>
          <ac:picMkLst>
            <pc:docMk/>
            <pc:sldMk cId="2287053028" sldId="306"/>
            <ac:picMk id="11268" creationId="{63B7CFDD-6AF9-0967-8B48-20E5EA71D64A}"/>
          </ac:picMkLst>
        </pc:picChg>
        <pc:picChg chg="mod">
          <ac:chgData name="QUESADA CASTILLO RANDALL JOSUE" userId="b29aff0c-7e4a-4e11-b3dc-2798a24f161e" providerId="ADAL" clId="{7F2C15F9-14F4-41C9-A6D2-58022218BE9B}" dt="2026-03-09T20:39:02.496" v="10" actId="1076"/>
          <ac:picMkLst>
            <pc:docMk/>
            <pc:sldMk cId="2287053028" sldId="306"/>
            <ac:picMk id="11270" creationId="{4761CEEC-21AE-7A6F-08EF-23DF9410F1C6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2D2FB4-C1C2-4E7C-8FB8-5D95F0DC7E0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037F56-A86A-492E-851F-CB52FA97D34B}">
      <dgm:prSet/>
      <dgm:spPr/>
      <dgm:t>
        <a:bodyPr/>
        <a:lstStyle/>
        <a:p>
          <a:r>
            <a:rPr lang="es-ES"/>
            <a:t>Bienvenida al curso</a:t>
          </a:r>
          <a:endParaRPr lang="en-US"/>
        </a:p>
      </dgm:t>
    </dgm:pt>
    <dgm:pt modelId="{3E216F42-A3A2-4964-8984-EF42E2A48120}" type="parTrans" cxnId="{EBE1FCDD-66FF-4A97-8B7B-150340343654}">
      <dgm:prSet/>
      <dgm:spPr/>
      <dgm:t>
        <a:bodyPr/>
        <a:lstStyle/>
        <a:p>
          <a:endParaRPr lang="en-US"/>
        </a:p>
      </dgm:t>
    </dgm:pt>
    <dgm:pt modelId="{3D23D601-ECCD-4AF1-BF0D-32D64FC6E7AF}" type="sibTrans" cxnId="{EBE1FCDD-66FF-4A97-8B7B-150340343654}">
      <dgm:prSet/>
      <dgm:spPr/>
      <dgm:t>
        <a:bodyPr/>
        <a:lstStyle/>
        <a:p>
          <a:endParaRPr lang="en-US"/>
        </a:p>
      </dgm:t>
    </dgm:pt>
    <dgm:pt modelId="{637F7EE8-E178-49AB-8564-CA02CA51D940}">
      <dgm:prSet/>
      <dgm:spPr/>
      <dgm:t>
        <a:bodyPr/>
        <a:lstStyle/>
        <a:p>
          <a:r>
            <a:rPr lang="es-ES"/>
            <a:t>Lectura de programa del curso</a:t>
          </a:r>
          <a:endParaRPr lang="en-US"/>
        </a:p>
      </dgm:t>
    </dgm:pt>
    <dgm:pt modelId="{0AE2975B-FA9D-440E-BFAC-73E5E5697324}" type="parTrans" cxnId="{7C977E39-09B8-484D-A942-7899EFE30654}">
      <dgm:prSet/>
      <dgm:spPr/>
      <dgm:t>
        <a:bodyPr/>
        <a:lstStyle/>
        <a:p>
          <a:endParaRPr lang="en-US"/>
        </a:p>
      </dgm:t>
    </dgm:pt>
    <dgm:pt modelId="{8EB07204-9191-41BE-AA92-C28FD733898A}" type="sibTrans" cxnId="{7C977E39-09B8-484D-A942-7899EFE30654}">
      <dgm:prSet/>
      <dgm:spPr/>
      <dgm:t>
        <a:bodyPr/>
        <a:lstStyle/>
        <a:p>
          <a:endParaRPr lang="en-US"/>
        </a:p>
      </dgm:t>
    </dgm:pt>
    <dgm:pt modelId="{63B2A15A-2FF2-475F-9DAF-CE7B83096B79}">
      <dgm:prSet/>
      <dgm:spPr/>
      <dgm:t>
        <a:bodyPr/>
        <a:lstStyle/>
        <a:p>
          <a:r>
            <a:rPr lang="es-ES"/>
            <a:t>Repaso de fundamentos</a:t>
          </a:r>
          <a:endParaRPr lang="en-US"/>
        </a:p>
      </dgm:t>
    </dgm:pt>
    <dgm:pt modelId="{3D4E77E3-C56C-4B3D-8EB5-575989603BC9}" type="parTrans" cxnId="{1F0454B6-5CB9-41FB-8B0B-9456DE41174F}">
      <dgm:prSet/>
      <dgm:spPr/>
      <dgm:t>
        <a:bodyPr/>
        <a:lstStyle/>
        <a:p>
          <a:endParaRPr lang="en-US"/>
        </a:p>
      </dgm:t>
    </dgm:pt>
    <dgm:pt modelId="{0C2CDF96-745E-431A-8143-CCD45335D924}" type="sibTrans" cxnId="{1F0454B6-5CB9-41FB-8B0B-9456DE41174F}">
      <dgm:prSet/>
      <dgm:spPr/>
      <dgm:t>
        <a:bodyPr/>
        <a:lstStyle/>
        <a:p>
          <a:endParaRPr lang="en-US"/>
        </a:p>
      </dgm:t>
    </dgm:pt>
    <dgm:pt modelId="{84F17FAB-E546-4F0B-8A28-7C2845C7DCFD}">
      <dgm:prSet/>
      <dgm:spPr/>
      <dgm:t>
        <a:bodyPr/>
        <a:lstStyle/>
        <a:p>
          <a:r>
            <a:rPr lang="es-ES"/>
            <a:t>Laboratorio</a:t>
          </a:r>
          <a:endParaRPr lang="en-US"/>
        </a:p>
      </dgm:t>
    </dgm:pt>
    <dgm:pt modelId="{D018D29C-601E-4E69-BD81-3B0EBCFC8ECE}" type="parTrans" cxnId="{5FA7FED2-FF6D-4905-B613-08976857AA80}">
      <dgm:prSet/>
      <dgm:spPr/>
      <dgm:t>
        <a:bodyPr/>
        <a:lstStyle/>
        <a:p>
          <a:endParaRPr lang="en-US"/>
        </a:p>
      </dgm:t>
    </dgm:pt>
    <dgm:pt modelId="{310F1992-CF9D-4ED3-BFAA-0E7CBCB83261}" type="sibTrans" cxnId="{5FA7FED2-FF6D-4905-B613-08976857AA80}">
      <dgm:prSet/>
      <dgm:spPr/>
      <dgm:t>
        <a:bodyPr/>
        <a:lstStyle/>
        <a:p>
          <a:endParaRPr lang="en-US"/>
        </a:p>
      </dgm:t>
    </dgm:pt>
    <dgm:pt modelId="{133FBE4F-B302-43CD-B921-8E4C72892E4C}">
      <dgm:prSet/>
      <dgm:spPr/>
      <dgm:t>
        <a:bodyPr/>
        <a:lstStyle/>
        <a:p>
          <a:r>
            <a:rPr lang="es-ES"/>
            <a:t>Introducción a la administración de base de datos</a:t>
          </a:r>
          <a:endParaRPr lang="en-US"/>
        </a:p>
      </dgm:t>
    </dgm:pt>
    <dgm:pt modelId="{12866F32-0F0C-4F4F-AD1A-47B95B11E9B1}" type="parTrans" cxnId="{1D4D2906-484D-42E6-9D2C-19DC75C3DE08}">
      <dgm:prSet/>
      <dgm:spPr/>
      <dgm:t>
        <a:bodyPr/>
        <a:lstStyle/>
        <a:p>
          <a:endParaRPr lang="en-US"/>
        </a:p>
      </dgm:t>
    </dgm:pt>
    <dgm:pt modelId="{1210C54B-A2F9-40E9-93C9-AC38E9530924}" type="sibTrans" cxnId="{1D4D2906-484D-42E6-9D2C-19DC75C3DE08}">
      <dgm:prSet/>
      <dgm:spPr/>
      <dgm:t>
        <a:bodyPr/>
        <a:lstStyle/>
        <a:p>
          <a:endParaRPr lang="en-US"/>
        </a:p>
      </dgm:t>
    </dgm:pt>
    <dgm:pt modelId="{B4A782DF-045B-440F-AFEE-1FB6C1F45AC3}" type="pres">
      <dgm:prSet presAssocID="{D42D2FB4-C1C2-4E7C-8FB8-5D95F0DC7E0F}" presName="root" presStyleCnt="0">
        <dgm:presLayoutVars>
          <dgm:dir/>
          <dgm:resizeHandles val="exact"/>
        </dgm:presLayoutVars>
      </dgm:prSet>
      <dgm:spPr/>
    </dgm:pt>
    <dgm:pt modelId="{D0A23D5D-EB9D-4EFF-B3D5-FCD49C5EA319}" type="pres">
      <dgm:prSet presAssocID="{D42D2FB4-C1C2-4E7C-8FB8-5D95F0DC7E0F}" presName="container" presStyleCnt="0">
        <dgm:presLayoutVars>
          <dgm:dir/>
          <dgm:resizeHandles val="exact"/>
        </dgm:presLayoutVars>
      </dgm:prSet>
      <dgm:spPr/>
    </dgm:pt>
    <dgm:pt modelId="{B44E4169-2842-48A2-99B8-F2DA7A99B6D6}" type="pres">
      <dgm:prSet presAssocID="{B3037F56-A86A-492E-851F-CB52FA97D34B}" presName="compNode" presStyleCnt="0"/>
      <dgm:spPr/>
    </dgm:pt>
    <dgm:pt modelId="{31CE2742-ACB9-4E6D-A98F-53534E891501}" type="pres">
      <dgm:prSet presAssocID="{B3037F56-A86A-492E-851F-CB52FA97D34B}" presName="iconBgRect" presStyleLbl="bgShp" presStyleIdx="0" presStyleCnt="5"/>
      <dgm:spPr/>
    </dgm:pt>
    <dgm:pt modelId="{450AF534-5A97-4E7F-AE95-EB86112875C7}" type="pres">
      <dgm:prSet presAssocID="{B3037F56-A86A-492E-851F-CB52FA97D34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BC58944F-DE83-4284-BB71-A72EFBA20895}" type="pres">
      <dgm:prSet presAssocID="{B3037F56-A86A-492E-851F-CB52FA97D34B}" presName="spaceRect" presStyleCnt="0"/>
      <dgm:spPr/>
    </dgm:pt>
    <dgm:pt modelId="{BA172A25-F16E-4267-A34F-10532391DB3D}" type="pres">
      <dgm:prSet presAssocID="{B3037F56-A86A-492E-851F-CB52FA97D34B}" presName="textRect" presStyleLbl="revTx" presStyleIdx="0" presStyleCnt="5">
        <dgm:presLayoutVars>
          <dgm:chMax val="1"/>
          <dgm:chPref val="1"/>
        </dgm:presLayoutVars>
      </dgm:prSet>
      <dgm:spPr/>
    </dgm:pt>
    <dgm:pt modelId="{D10C4A02-AA55-4971-A159-193CB7E0E67D}" type="pres">
      <dgm:prSet presAssocID="{3D23D601-ECCD-4AF1-BF0D-32D64FC6E7AF}" presName="sibTrans" presStyleLbl="sibTrans2D1" presStyleIdx="0" presStyleCnt="0"/>
      <dgm:spPr/>
    </dgm:pt>
    <dgm:pt modelId="{67EC46B1-87B4-41CC-A20F-F89A6BB0F5AF}" type="pres">
      <dgm:prSet presAssocID="{637F7EE8-E178-49AB-8564-CA02CA51D940}" presName="compNode" presStyleCnt="0"/>
      <dgm:spPr/>
    </dgm:pt>
    <dgm:pt modelId="{D6687A25-242C-42B8-B85E-3C90CAB8175A}" type="pres">
      <dgm:prSet presAssocID="{637F7EE8-E178-49AB-8564-CA02CA51D940}" presName="iconBgRect" presStyleLbl="bgShp" presStyleIdx="1" presStyleCnt="5"/>
      <dgm:spPr/>
    </dgm:pt>
    <dgm:pt modelId="{50F7D2C9-E82F-47DD-BAA5-C06B8E6EED71}" type="pres">
      <dgm:prSet presAssocID="{637F7EE8-E178-49AB-8564-CA02CA51D94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92BE170F-0531-4B4D-910D-8A064D1E3A92}" type="pres">
      <dgm:prSet presAssocID="{637F7EE8-E178-49AB-8564-CA02CA51D940}" presName="spaceRect" presStyleCnt="0"/>
      <dgm:spPr/>
    </dgm:pt>
    <dgm:pt modelId="{52651865-BD43-4250-8529-546348F684D2}" type="pres">
      <dgm:prSet presAssocID="{637F7EE8-E178-49AB-8564-CA02CA51D940}" presName="textRect" presStyleLbl="revTx" presStyleIdx="1" presStyleCnt="5">
        <dgm:presLayoutVars>
          <dgm:chMax val="1"/>
          <dgm:chPref val="1"/>
        </dgm:presLayoutVars>
      </dgm:prSet>
      <dgm:spPr/>
    </dgm:pt>
    <dgm:pt modelId="{292297D8-5358-49A4-8D89-607064B8FBC9}" type="pres">
      <dgm:prSet presAssocID="{8EB07204-9191-41BE-AA92-C28FD733898A}" presName="sibTrans" presStyleLbl="sibTrans2D1" presStyleIdx="0" presStyleCnt="0"/>
      <dgm:spPr/>
    </dgm:pt>
    <dgm:pt modelId="{6779CD2E-D9D2-42B8-A28D-98F784A5FF55}" type="pres">
      <dgm:prSet presAssocID="{63B2A15A-2FF2-475F-9DAF-CE7B83096B79}" presName="compNode" presStyleCnt="0"/>
      <dgm:spPr/>
    </dgm:pt>
    <dgm:pt modelId="{78B3322B-E2F3-4B01-86CF-77D20ED0BC6E}" type="pres">
      <dgm:prSet presAssocID="{63B2A15A-2FF2-475F-9DAF-CE7B83096B79}" presName="iconBgRect" presStyleLbl="bgShp" presStyleIdx="2" presStyleCnt="5"/>
      <dgm:spPr/>
    </dgm:pt>
    <dgm:pt modelId="{451D42CB-E2B7-4157-9418-4B600054049D}" type="pres">
      <dgm:prSet presAssocID="{63B2A15A-2FF2-475F-9DAF-CE7B83096B7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77AE9BC7-9682-46C2-8E3A-4F081BEECE9E}" type="pres">
      <dgm:prSet presAssocID="{63B2A15A-2FF2-475F-9DAF-CE7B83096B79}" presName="spaceRect" presStyleCnt="0"/>
      <dgm:spPr/>
    </dgm:pt>
    <dgm:pt modelId="{89440045-1D5D-4EA3-A92A-91EC4B063923}" type="pres">
      <dgm:prSet presAssocID="{63B2A15A-2FF2-475F-9DAF-CE7B83096B79}" presName="textRect" presStyleLbl="revTx" presStyleIdx="2" presStyleCnt="5">
        <dgm:presLayoutVars>
          <dgm:chMax val="1"/>
          <dgm:chPref val="1"/>
        </dgm:presLayoutVars>
      </dgm:prSet>
      <dgm:spPr/>
    </dgm:pt>
    <dgm:pt modelId="{885B3E90-1DB0-4D73-9A64-1A51CCC631D5}" type="pres">
      <dgm:prSet presAssocID="{0C2CDF96-745E-431A-8143-CCD45335D924}" presName="sibTrans" presStyleLbl="sibTrans2D1" presStyleIdx="0" presStyleCnt="0"/>
      <dgm:spPr/>
    </dgm:pt>
    <dgm:pt modelId="{31618989-9A6C-48FA-A3F3-73959F03D242}" type="pres">
      <dgm:prSet presAssocID="{84F17FAB-E546-4F0B-8A28-7C2845C7DCFD}" presName="compNode" presStyleCnt="0"/>
      <dgm:spPr/>
    </dgm:pt>
    <dgm:pt modelId="{D4D6471B-1206-4EF7-9B35-0D63AD1BD23B}" type="pres">
      <dgm:prSet presAssocID="{84F17FAB-E546-4F0B-8A28-7C2845C7DCFD}" presName="iconBgRect" presStyleLbl="bgShp" presStyleIdx="3" presStyleCnt="5"/>
      <dgm:spPr/>
    </dgm:pt>
    <dgm:pt modelId="{43F9C995-8047-484E-B9D3-A01A78850FF4}" type="pres">
      <dgm:prSet presAssocID="{84F17FAB-E546-4F0B-8A28-7C2845C7DCF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1DC9D9F3-3394-4A32-8A12-398C22BD3C7D}" type="pres">
      <dgm:prSet presAssocID="{84F17FAB-E546-4F0B-8A28-7C2845C7DCFD}" presName="spaceRect" presStyleCnt="0"/>
      <dgm:spPr/>
    </dgm:pt>
    <dgm:pt modelId="{00F63444-CAA6-4C15-9E76-3019CBA98E70}" type="pres">
      <dgm:prSet presAssocID="{84F17FAB-E546-4F0B-8A28-7C2845C7DCFD}" presName="textRect" presStyleLbl="revTx" presStyleIdx="3" presStyleCnt="5">
        <dgm:presLayoutVars>
          <dgm:chMax val="1"/>
          <dgm:chPref val="1"/>
        </dgm:presLayoutVars>
      </dgm:prSet>
      <dgm:spPr/>
    </dgm:pt>
    <dgm:pt modelId="{2E132322-A921-41DB-A877-621BD6446323}" type="pres">
      <dgm:prSet presAssocID="{310F1992-CF9D-4ED3-BFAA-0E7CBCB83261}" presName="sibTrans" presStyleLbl="sibTrans2D1" presStyleIdx="0" presStyleCnt="0"/>
      <dgm:spPr/>
    </dgm:pt>
    <dgm:pt modelId="{B916FA3F-C3A9-4B7D-A58B-DC2D444E9F82}" type="pres">
      <dgm:prSet presAssocID="{133FBE4F-B302-43CD-B921-8E4C72892E4C}" presName="compNode" presStyleCnt="0"/>
      <dgm:spPr/>
    </dgm:pt>
    <dgm:pt modelId="{AA2A9E38-AFA4-4570-9CA1-F9C344E13EB5}" type="pres">
      <dgm:prSet presAssocID="{133FBE4F-B302-43CD-B921-8E4C72892E4C}" presName="iconBgRect" presStyleLbl="bgShp" presStyleIdx="4" presStyleCnt="5"/>
      <dgm:spPr/>
    </dgm:pt>
    <dgm:pt modelId="{885D5001-11D6-4EB6-88CF-D47BCD21547D}" type="pres">
      <dgm:prSet presAssocID="{133FBE4F-B302-43CD-B921-8E4C72892E4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37FA8832-4DA7-4C94-87E8-34B432DCA7DA}" type="pres">
      <dgm:prSet presAssocID="{133FBE4F-B302-43CD-B921-8E4C72892E4C}" presName="spaceRect" presStyleCnt="0"/>
      <dgm:spPr/>
    </dgm:pt>
    <dgm:pt modelId="{C9EF29F8-CDEB-47C1-9DFF-BC2D175525FA}" type="pres">
      <dgm:prSet presAssocID="{133FBE4F-B302-43CD-B921-8E4C72892E4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1D87905-A571-4964-A653-92342C5E0A86}" type="presOf" srcId="{84F17FAB-E546-4F0B-8A28-7C2845C7DCFD}" destId="{00F63444-CAA6-4C15-9E76-3019CBA98E70}" srcOrd="0" destOrd="0" presId="urn:microsoft.com/office/officeart/2018/2/layout/IconCircleList"/>
    <dgm:cxn modelId="{1D4D2906-484D-42E6-9D2C-19DC75C3DE08}" srcId="{D42D2FB4-C1C2-4E7C-8FB8-5D95F0DC7E0F}" destId="{133FBE4F-B302-43CD-B921-8E4C72892E4C}" srcOrd="4" destOrd="0" parTransId="{12866F32-0F0C-4F4F-AD1A-47B95B11E9B1}" sibTransId="{1210C54B-A2F9-40E9-93C9-AC38E9530924}"/>
    <dgm:cxn modelId="{62214A09-4307-4486-A6A0-F42A01E08A6F}" type="presOf" srcId="{637F7EE8-E178-49AB-8564-CA02CA51D940}" destId="{52651865-BD43-4250-8529-546348F684D2}" srcOrd="0" destOrd="0" presId="urn:microsoft.com/office/officeart/2018/2/layout/IconCircleList"/>
    <dgm:cxn modelId="{00955217-CADB-484D-B8EE-84C91388DF2F}" type="presOf" srcId="{B3037F56-A86A-492E-851F-CB52FA97D34B}" destId="{BA172A25-F16E-4267-A34F-10532391DB3D}" srcOrd="0" destOrd="0" presId="urn:microsoft.com/office/officeart/2018/2/layout/IconCircleList"/>
    <dgm:cxn modelId="{ED4CE41F-3D93-428E-9476-D9BFCB06A19B}" type="presOf" srcId="{133FBE4F-B302-43CD-B921-8E4C72892E4C}" destId="{C9EF29F8-CDEB-47C1-9DFF-BC2D175525FA}" srcOrd="0" destOrd="0" presId="urn:microsoft.com/office/officeart/2018/2/layout/IconCircleList"/>
    <dgm:cxn modelId="{7C977E39-09B8-484D-A942-7899EFE30654}" srcId="{D42D2FB4-C1C2-4E7C-8FB8-5D95F0DC7E0F}" destId="{637F7EE8-E178-49AB-8564-CA02CA51D940}" srcOrd="1" destOrd="0" parTransId="{0AE2975B-FA9D-440E-BFAC-73E5E5697324}" sibTransId="{8EB07204-9191-41BE-AA92-C28FD733898A}"/>
    <dgm:cxn modelId="{835D7045-0280-44FF-A126-FC21604DF99C}" type="presOf" srcId="{3D23D601-ECCD-4AF1-BF0D-32D64FC6E7AF}" destId="{D10C4A02-AA55-4971-A159-193CB7E0E67D}" srcOrd="0" destOrd="0" presId="urn:microsoft.com/office/officeart/2018/2/layout/IconCircleList"/>
    <dgm:cxn modelId="{264BB179-9E79-426B-9370-15A72735D894}" type="presOf" srcId="{310F1992-CF9D-4ED3-BFAA-0E7CBCB83261}" destId="{2E132322-A921-41DB-A877-621BD6446323}" srcOrd="0" destOrd="0" presId="urn:microsoft.com/office/officeart/2018/2/layout/IconCircleList"/>
    <dgm:cxn modelId="{BDDEC3A5-4CD1-4F7D-B192-DAD94AEC881F}" type="presOf" srcId="{8EB07204-9191-41BE-AA92-C28FD733898A}" destId="{292297D8-5358-49A4-8D89-607064B8FBC9}" srcOrd="0" destOrd="0" presId="urn:microsoft.com/office/officeart/2018/2/layout/IconCircleList"/>
    <dgm:cxn modelId="{B884EBB4-C4E4-495B-8023-5B3C8A9CF817}" type="presOf" srcId="{0C2CDF96-745E-431A-8143-CCD45335D924}" destId="{885B3E90-1DB0-4D73-9A64-1A51CCC631D5}" srcOrd="0" destOrd="0" presId="urn:microsoft.com/office/officeart/2018/2/layout/IconCircleList"/>
    <dgm:cxn modelId="{1F0454B6-5CB9-41FB-8B0B-9456DE41174F}" srcId="{D42D2FB4-C1C2-4E7C-8FB8-5D95F0DC7E0F}" destId="{63B2A15A-2FF2-475F-9DAF-CE7B83096B79}" srcOrd="2" destOrd="0" parTransId="{3D4E77E3-C56C-4B3D-8EB5-575989603BC9}" sibTransId="{0C2CDF96-745E-431A-8143-CCD45335D924}"/>
    <dgm:cxn modelId="{5FA7FED2-FF6D-4905-B613-08976857AA80}" srcId="{D42D2FB4-C1C2-4E7C-8FB8-5D95F0DC7E0F}" destId="{84F17FAB-E546-4F0B-8A28-7C2845C7DCFD}" srcOrd="3" destOrd="0" parTransId="{D018D29C-601E-4E69-BD81-3B0EBCFC8ECE}" sibTransId="{310F1992-CF9D-4ED3-BFAA-0E7CBCB83261}"/>
    <dgm:cxn modelId="{EBE1FCDD-66FF-4A97-8B7B-150340343654}" srcId="{D42D2FB4-C1C2-4E7C-8FB8-5D95F0DC7E0F}" destId="{B3037F56-A86A-492E-851F-CB52FA97D34B}" srcOrd="0" destOrd="0" parTransId="{3E216F42-A3A2-4964-8984-EF42E2A48120}" sibTransId="{3D23D601-ECCD-4AF1-BF0D-32D64FC6E7AF}"/>
    <dgm:cxn modelId="{30572CDE-425E-45DE-93BC-39727B898FDE}" type="presOf" srcId="{63B2A15A-2FF2-475F-9DAF-CE7B83096B79}" destId="{89440045-1D5D-4EA3-A92A-91EC4B063923}" srcOrd="0" destOrd="0" presId="urn:microsoft.com/office/officeart/2018/2/layout/IconCircleList"/>
    <dgm:cxn modelId="{DC70C3EB-657F-4D50-A0BF-8E97A897B762}" type="presOf" srcId="{D42D2FB4-C1C2-4E7C-8FB8-5D95F0DC7E0F}" destId="{B4A782DF-045B-440F-AFEE-1FB6C1F45AC3}" srcOrd="0" destOrd="0" presId="urn:microsoft.com/office/officeart/2018/2/layout/IconCircleList"/>
    <dgm:cxn modelId="{4B217E49-03EC-458B-8CC6-3A42D0BBED94}" type="presParOf" srcId="{B4A782DF-045B-440F-AFEE-1FB6C1F45AC3}" destId="{D0A23D5D-EB9D-4EFF-B3D5-FCD49C5EA319}" srcOrd="0" destOrd="0" presId="urn:microsoft.com/office/officeart/2018/2/layout/IconCircleList"/>
    <dgm:cxn modelId="{CAA6F9D9-FAC9-430E-8A42-D4DB75EE8F01}" type="presParOf" srcId="{D0A23D5D-EB9D-4EFF-B3D5-FCD49C5EA319}" destId="{B44E4169-2842-48A2-99B8-F2DA7A99B6D6}" srcOrd="0" destOrd="0" presId="urn:microsoft.com/office/officeart/2018/2/layout/IconCircleList"/>
    <dgm:cxn modelId="{3153B892-2CFA-4021-9E63-AE94D8625903}" type="presParOf" srcId="{B44E4169-2842-48A2-99B8-F2DA7A99B6D6}" destId="{31CE2742-ACB9-4E6D-A98F-53534E891501}" srcOrd="0" destOrd="0" presId="urn:microsoft.com/office/officeart/2018/2/layout/IconCircleList"/>
    <dgm:cxn modelId="{C77FA03D-7760-40CF-9178-ADC95196AC97}" type="presParOf" srcId="{B44E4169-2842-48A2-99B8-F2DA7A99B6D6}" destId="{450AF534-5A97-4E7F-AE95-EB86112875C7}" srcOrd="1" destOrd="0" presId="urn:microsoft.com/office/officeart/2018/2/layout/IconCircleList"/>
    <dgm:cxn modelId="{C254CAAF-E9B0-4569-8085-A414BCD66733}" type="presParOf" srcId="{B44E4169-2842-48A2-99B8-F2DA7A99B6D6}" destId="{BC58944F-DE83-4284-BB71-A72EFBA20895}" srcOrd="2" destOrd="0" presId="urn:microsoft.com/office/officeart/2018/2/layout/IconCircleList"/>
    <dgm:cxn modelId="{B8C5B32D-744F-451A-9C0D-331873E7EDBD}" type="presParOf" srcId="{B44E4169-2842-48A2-99B8-F2DA7A99B6D6}" destId="{BA172A25-F16E-4267-A34F-10532391DB3D}" srcOrd="3" destOrd="0" presId="urn:microsoft.com/office/officeart/2018/2/layout/IconCircleList"/>
    <dgm:cxn modelId="{FDF99D76-C9BD-4815-BD9A-FF379E8DC9D7}" type="presParOf" srcId="{D0A23D5D-EB9D-4EFF-B3D5-FCD49C5EA319}" destId="{D10C4A02-AA55-4971-A159-193CB7E0E67D}" srcOrd="1" destOrd="0" presId="urn:microsoft.com/office/officeart/2018/2/layout/IconCircleList"/>
    <dgm:cxn modelId="{38784EEE-C0A6-4CA8-B898-0771D10DDA41}" type="presParOf" srcId="{D0A23D5D-EB9D-4EFF-B3D5-FCD49C5EA319}" destId="{67EC46B1-87B4-41CC-A20F-F89A6BB0F5AF}" srcOrd="2" destOrd="0" presId="urn:microsoft.com/office/officeart/2018/2/layout/IconCircleList"/>
    <dgm:cxn modelId="{8AC8641A-8364-4DE1-92BE-71558C9107E9}" type="presParOf" srcId="{67EC46B1-87B4-41CC-A20F-F89A6BB0F5AF}" destId="{D6687A25-242C-42B8-B85E-3C90CAB8175A}" srcOrd="0" destOrd="0" presId="urn:microsoft.com/office/officeart/2018/2/layout/IconCircleList"/>
    <dgm:cxn modelId="{97A79D4E-2EB9-4100-9DCD-A423ADA2427E}" type="presParOf" srcId="{67EC46B1-87B4-41CC-A20F-F89A6BB0F5AF}" destId="{50F7D2C9-E82F-47DD-BAA5-C06B8E6EED71}" srcOrd="1" destOrd="0" presId="urn:microsoft.com/office/officeart/2018/2/layout/IconCircleList"/>
    <dgm:cxn modelId="{85CAF939-2321-40FE-8578-159F04497222}" type="presParOf" srcId="{67EC46B1-87B4-41CC-A20F-F89A6BB0F5AF}" destId="{92BE170F-0531-4B4D-910D-8A064D1E3A92}" srcOrd="2" destOrd="0" presId="urn:microsoft.com/office/officeart/2018/2/layout/IconCircleList"/>
    <dgm:cxn modelId="{FEB2F948-29F2-4151-8451-4291BFBA7622}" type="presParOf" srcId="{67EC46B1-87B4-41CC-A20F-F89A6BB0F5AF}" destId="{52651865-BD43-4250-8529-546348F684D2}" srcOrd="3" destOrd="0" presId="urn:microsoft.com/office/officeart/2018/2/layout/IconCircleList"/>
    <dgm:cxn modelId="{2DC645F8-6735-46CE-8773-E41571346906}" type="presParOf" srcId="{D0A23D5D-EB9D-4EFF-B3D5-FCD49C5EA319}" destId="{292297D8-5358-49A4-8D89-607064B8FBC9}" srcOrd="3" destOrd="0" presId="urn:microsoft.com/office/officeart/2018/2/layout/IconCircleList"/>
    <dgm:cxn modelId="{8E85BD41-612F-482E-B47C-D33E64243204}" type="presParOf" srcId="{D0A23D5D-EB9D-4EFF-B3D5-FCD49C5EA319}" destId="{6779CD2E-D9D2-42B8-A28D-98F784A5FF55}" srcOrd="4" destOrd="0" presId="urn:microsoft.com/office/officeart/2018/2/layout/IconCircleList"/>
    <dgm:cxn modelId="{6F56A42C-F1E8-4042-A4D7-EE5ED1414DC8}" type="presParOf" srcId="{6779CD2E-D9D2-42B8-A28D-98F784A5FF55}" destId="{78B3322B-E2F3-4B01-86CF-77D20ED0BC6E}" srcOrd="0" destOrd="0" presId="urn:microsoft.com/office/officeart/2018/2/layout/IconCircleList"/>
    <dgm:cxn modelId="{4F30B3F0-B6A9-4F39-812B-36BECD699D2D}" type="presParOf" srcId="{6779CD2E-D9D2-42B8-A28D-98F784A5FF55}" destId="{451D42CB-E2B7-4157-9418-4B600054049D}" srcOrd="1" destOrd="0" presId="urn:microsoft.com/office/officeart/2018/2/layout/IconCircleList"/>
    <dgm:cxn modelId="{C040992E-B117-446D-8307-DF0F9DC332EA}" type="presParOf" srcId="{6779CD2E-D9D2-42B8-A28D-98F784A5FF55}" destId="{77AE9BC7-9682-46C2-8E3A-4F081BEECE9E}" srcOrd="2" destOrd="0" presId="urn:microsoft.com/office/officeart/2018/2/layout/IconCircleList"/>
    <dgm:cxn modelId="{E81108B9-52F0-4561-9873-F736428A6E88}" type="presParOf" srcId="{6779CD2E-D9D2-42B8-A28D-98F784A5FF55}" destId="{89440045-1D5D-4EA3-A92A-91EC4B063923}" srcOrd="3" destOrd="0" presId="urn:microsoft.com/office/officeart/2018/2/layout/IconCircleList"/>
    <dgm:cxn modelId="{9E44985B-D476-4392-A8AB-FC8A5D636BC4}" type="presParOf" srcId="{D0A23D5D-EB9D-4EFF-B3D5-FCD49C5EA319}" destId="{885B3E90-1DB0-4D73-9A64-1A51CCC631D5}" srcOrd="5" destOrd="0" presId="urn:microsoft.com/office/officeart/2018/2/layout/IconCircleList"/>
    <dgm:cxn modelId="{71CA7460-0206-42B3-B964-AB3AB516BDC9}" type="presParOf" srcId="{D0A23D5D-EB9D-4EFF-B3D5-FCD49C5EA319}" destId="{31618989-9A6C-48FA-A3F3-73959F03D242}" srcOrd="6" destOrd="0" presId="urn:microsoft.com/office/officeart/2018/2/layout/IconCircleList"/>
    <dgm:cxn modelId="{B72093FB-9134-4869-A414-AE5B71EC4758}" type="presParOf" srcId="{31618989-9A6C-48FA-A3F3-73959F03D242}" destId="{D4D6471B-1206-4EF7-9B35-0D63AD1BD23B}" srcOrd="0" destOrd="0" presId="urn:microsoft.com/office/officeart/2018/2/layout/IconCircleList"/>
    <dgm:cxn modelId="{BC7F1F31-1E48-4A8B-A2FE-A895E6804B62}" type="presParOf" srcId="{31618989-9A6C-48FA-A3F3-73959F03D242}" destId="{43F9C995-8047-484E-B9D3-A01A78850FF4}" srcOrd="1" destOrd="0" presId="urn:microsoft.com/office/officeart/2018/2/layout/IconCircleList"/>
    <dgm:cxn modelId="{731CF465-9B32-45A5-B905-FED2051CE942}" type="presParOf" srcId="{31618989-9A6C-48FA-A3F3-73959F03D242}" destId="{1DC9D9F3-3394-4A32-8A12-398C22BD3C7D}" srcOrd="2" destOrd="0" presId="urn:microsoft.com/office/officeart/2018/2/layout/IconCircleList"/>
    <dgm:cxn modelId="{6BA1E7DF-8648-4176-BF2B-A4F901DC057A}" type="presParOf" srcId="{31618989-9A6C-48FA-A3F3-73959F03D242}" destId="{00F63444-CAA6-4C15-9E76-3019CBA98E70}" srcOrd="3" destOrd="0" presId="urn:microsoft.com/office/officeart/2018/2/layout/IconCircleList"/>
    <dgm:cxn modelId="{18742ECB-DBF9-4728-8825-0D251AE8AA67}" type="presParOf" srcId="{D0A23D5D-EB9D-4EFF-B3D5-FCD49C5EA319}" destId="{2E132322-A921-41DB-A877-621BD6446323}" srcOrd="7" destOrd="0" presId="urn:microsoft.com/office/officeart/2018/2/layout/IconCircleList"/>
    <dgm:cxn modelId="{A578452C-A718-42A3-9BD9-53D8B2411188}" type="presParOf" srcId="{D0A23D5D-EB9D-4EFF-B3D5-FCD49C5EA319}" destId="{B916FA3F-C3A9-4B7D-A58B-DC2D444E9F82}" srcOrd="8" destOrd="0" presId="urn:microsoft.com/office/officeart/2018/2/layout/IconCircleList"/>
    <dgm:cxn modelId="{86B9A142-6F8A-41E7-821C-3545F494BE23}" type="presParOf" srcId="{B916FA3F-C3A9-4B7D-A58B-DC2D444E9F82}" destId="{AA2A9E38-AFA4-4570-9CA1-F9C344E13EB5}" srcOrd="0" destOrd="0" presId="urn:microsoft.com/office/officeart/2018/2/layout/IconCircleList"/>
    <dgm:cxn modelId="{7268E647-D343-4492-99CD-B1C7C1D673F4}" type="presParOf" srcId="{B916FA3F-C3A9-4B7D-A58B-DC2D444E9F82}" destId="{885D5001-11D6-4EB6-88CF-D47BCD21547D}" srcOrd="1" destOrd="0" presId="urn:microsoft.com/office/officeart/2018/2/layout/IconCircleList"/>
    <dgm:cxn modelId="{D4C03840-27C2-4270-9D17-0A605EB3EF81}" type="presParOf" srcId="{B916FA3F-C3A9-4B7D-A58B-DC2D444E9F82}" destId="{37FA8832-4DA7-4C94-87E8-34B432DCA7DA}" srcOrd="2" destOrd="0" presId="urn:microsoft.com/office/officeart/2018/2/layout/IconCircleList"/>
    <dgm:cxn modelId="{878F1B1E-D994-4B51-A2A6-B1C15C2B6EB7}" type="presParOf" srcId="{B916FA3F-C3A9-4B7D-A58B-DC2D444E9F82}" destId="{C9EF29F8-CDEB-47C1-9DFF-BC2D175525F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E4CE94-5A77-43A4-B084-03DE1B077E5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A8DBF63-593D-40A9-ABCC-D9F23F3AB96B}">
      <dgm:prSet/>
      <dgm:spPr/>
      <dgm:t>
        <a:bodyPr/>
        <a:lstStyle/>
        <a:p>
          <a:pPr>
            <a:defRPr cap="all"/>
          </a:pPr>
          <a:r>
            <a:rPr lang="es-CR"/>
            <a:t>¿Cuál es su nombre?</a:t>
          </a:r>
          <a:endParaRPr lang="en-US"/>
        </a:p>
      </dgm:t>
    </dgm:pt>
    <dgm:pt modelId="{0B1F64BF-9D39-4181-AC58-4D9701126A32}" type="parTrans" cxnId="{F3BC79C9-A2DA-4952-8D74-F375EC380AA6}">
      <dgm:prSet/>
      <dgm:spPr/>
      <dgm:t>
        <a:bodyPr/>
        <a:lstStyle/>
        <a:p>
          <a:endParaRPr lang="en-US"/>
        </a:p>
      </dgm:t>
    </dgm:pt>
    <dgm:pt modelId="{BCA85F68-19BD-4F3A-8BAE-3754E86632E7}" type="sibTrans" cxnId="{F3BC79C9-A2DA-4952-8D74-F375EC380AA6}">
      <dgm:prSet/>
      <dgm:spPr/>
      <dgm:t>
        <a:bodyPr/>
        <a:lstStyle/>
        <a:p>
          <a:endParaRPr lang="en-US"/>
        </a:p>
      </dgm:t>
    </dgm:pt>
    <dgm:pt modelId="{D6BAA096-333D-4311-8611-AC8A1493A09E}">
      <dgm:prSet/>
      <dgm:spPr/>
      <dgm:t>
        <a:bodyPr/>
        <a:lstStyle/>
        <a:p>
          <a:pPr>
            <a:defRPr cap="all"/>
          </a:pPr>
          <a:r>
            <a:rPr lang="es-CR"/>
            <a:t>¿De donde eres?</a:t>
          </a:r>
          <a:endParaRPr lang="en-US"/>
        </a:p>
      </dgm:t>
    </dgm:pt>
    <dgm:pt modelId="{976E764E-253B-4DA0-A247-6317C3AF7580}" type="parTrans" cxnId="{CD7DB9D8-3DD3-4874-84EA-758243DEE48E}">
      <dgm:prSet/>
      <dgm:spPr/>
      <dgm:t>
        <a:bodyPr/>
        <a:lstStyle/>
        <a:p>
          <a:endParaRPr lang="en-US"/>
        </a:p>
      </dgm:t>
    </dgm:pt>
    <dgm:pt modelId="{E04C19D8-9037-47FE-A2D0-B39333E1EF65}" type="sibTrans" cxnId="{CD7DB9D8-3DD3-4874-84EA-758243DEE48E}">
      <dgm:prSet/>
      <dgm:spPr/>
      <dgm:t>
        <a:bodyPr/>
        <a:lstStyle/>
        <a:p>
          <a:endParaRPr lang="en-US"/>
        </a:p>
      </dgm:t>
    </dgm:pt>
    <dgm:pt modelId="{65A9ADC4-9925-43D6-9170-D5D01F14FD18}">
      <dgm:prSet/>
      <dgm:spPr/>
      <dgm:t>
        <a:bodyPr/>
        <a:lstStyle/>
        <a:p>
          <a:pPr>
            <a:defRPr cap="all"/>
          </a:pPr>
          <a:r>
            <a:rPr lang="es-CR"/>
            <a:t>¿Qué expectativas tienes del curso?</a:t>
          </a:r>
          <a:endParaRPr lang="en-US"/>
        </a:p>
      </dgm:t>
    </dgm:pt>
    <dgm:pt modelId="{8EDA5C29-F515-447D-80C7-E48E2F179B03}" type="parTrans" cxnId="{4D7B955D-4429-44A1-9879-D543A9E21A07}">
      <dgm:prSet/>
      <dgm:spPr/>
      <dgm:t>
        <a:bodyPr/>
        <a:lstStyle/>
        <a:p>
          <a:endParaRPr lang="en-US"/>
        </a:p>
      </dgm:t>
    </dgm:pt>
    <dgm:pt modelId="{C93AB6AE-E2BC-4589-A185-C40F10D4675A}" type="sibTrans" cxnId="{4D7B955D-4429-44A1-9879-D543A9E21A07}">
      <dgm:prSet/>
      <dgm:spPr/>
      <dgm:t>
        <a:bodyPr/>
        <a:lstStyle/>
        <a:p>
          <a:endParaRPr lang="en-US"/>
        </a:p>
      </dgm:t>
    </dgm:pt>
    <dgm:pt modelId="{8901754C-CE0B-43A7-B157-2E9C34B40505}" type="pres">
      <dgm:prSet presAssocID="{F2E4CE94-5A77-43A4-B084-03DE1B077E53}" presName="root" presStyleCnt="0">
        <dgm:presLayoutVars>
          <dgm:dir/>
          <dgm:resizeHandles val="exact"/>
        </dgm:presLayoutVars>
      </dgm:prSet>
      <dgm:spPr/>
    </dgm:pt>
    <dgm:pt modelId="{EA444B2C-E640-4ED4-8B2B-5B853A732C62}" type="pres">
      <dgm:prSet presAssocID="{AA8DBF63-593D-40A9-ABCC-D9F23F3AB96B}" presName="compNode" presStyleCnt="0"/>
      <dgm:spPr/>
    </dgm:pt>
    <dgm:pt modelId="{017FABC1-5600-4E2E-A427-F0C12EF42EAA}" type="pres">
      <dgm:prSet presAssocID="{AA8DBF63-593D-40A9-ABCC-D9F23F3AB96B}" presName="iconBgRect" presStyleLbl="bgShp" presStyleIdx="0" presStyleCnt="3"/>
      <dgm:spPr/>
    </dgm:pt>
    <dgm:pt modelId="{E7E12CF9-33FE-4208-A702-7F8A5ECFE4A9}" type="pres">
      <dgm:prSet presAssocID="{AA8DBF63-593D-40A9-ABCC-D9F23F3AB9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51B5CDDD-04F8-4C29-BFC0-47E590427B4A}" type="pres">
      <dgm:prSet presAssocID="{AA8DBF63-593D-40A9-ABCC-D9F23F3AB96B}" presName="spaceRect" presStyleCnt="0"/>
      <dgm:spPr/>
    </dgm:pt>
    <dgm:pt modelId="{EFD2E431-FF78-4A7A-A414-07DD8016F70E}" type="pres">
      <dgm:prSet presAssocID="{AA8DBF63-593D-40A9-ABCC-D9F23F3AB96B}" presName="textRect" presStyleLbl="revTx" presStyleIdx="0" presStyleCnt="3">
        <dgm:presLayoutVars>
          <dgm:chMax val="1"/>
          <dgm:chPref val="1"/>
        </dgm:presLayoutVars>
      </dgm:prSet>
      <dgm:spPr/>
    </dgm:pt>
    <dgm:pt modelId="{5722A382-EF3F-4565-8469-66B8C0D4568B}" type="pres">
      <dgm:prSet presAssocID="{BCA85F68-19BD-4F3A-8BAE-3754E86632E7}" presName="sibTrans" presStyleCnt="0"/>
      <dgm:spPr/>
    </dgm:pt>
    <dgm:pt modelId="{01A0920F-BEF7-495F-BDAD-5AF4460CF0F6}" type="pres">
      <dgm:prSet presAssocID="{D6BAA096-333D-4311-8611-AC8A1493A09E}" presName="compNode" presStyleCnt="0"/>
      <dgm:spPr/>
    </dgm:pt>
    <dgm:pt modelId="{C99D1161-9EB6-4CF4-AF41-15B04FE18937}" type="pres">
      <dgm:prSet presAssocID="{D6BAA096-333D-4311-8611-AC8A1493A09E}" presName="iconBgRect" presStyleLbl="bgShp" presStyleIdx="1" presStyleCnt="3"/>
      <dgm:spPr/>
    </dgm:pt>
    <dgm:pt modelId="{767FEAAE-0D87-46F8-BC3B-8F03E906EAF5}" type="pres">
      <dgm:prSet presAssocID="{D6BAA096-333D-4311-8611-AC8A1493A09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C6005BFF-4FA4-4A41-A6F7-9DC81CBCAD78}" type="pres">
      <dgm:prSet presAssocID="{D6BAA096-333D-4311-8611-AC8A1493A09E}" presName="spaceRect" presStyleCnt="0"/>
      <dgm:spPr/>
    </dgm:pt>
    <dgm:pt modelId="{4A0A6AE3-0C27-4E45-A925-E878FBE0FC58}" type="pres">
      <dgm:prSet presAssocID="{D6BAA096-333D-4311-8611-AC8A1493A09E}" presName="textRect" presStyleLbl="revTx" presStyleIdx="1" presStyleCnt="3">
        <dgm:presLayoutVars>
          <dgm:chMax val="1"/>
          <dgm:chPref val="1"/>
        </dgm:presLayoutVars>
      </dgm:prSet>
      <dgm:spPr/>
    </dgm:pt>
    <dgm:pt modelId="{5D13BEFF-ED9C-4F5F-98A0-B429049A2B4F}" type="pres">
      <dgm:prSet presAssocID="{E04C19D8-9037-47FE-A2D0-B39333E1EF65}" presName="sibTrans" presStyleCnt="0"/>
      <dgm:spPr/>
    </dgm:pt>
    <dgm:pt modelId="{17CDF809-3A1A-4098-9CA6-073DE8410E36}" type="pres">
      <dgm:prSet presAssocID="{65A9ADC4-9925-43D6-9170-D5D01F14FD18}" presName="compNode" presStyleCnt="0"/>
      <dgm:spPr/>
    </dgm:pt>
    <dgm:pt modelId="{0AFBBBCA-7101-4CA2-87F8-6E4378670337}" type="pres">
      <dgm:prSet presAssocID="{65A9ADC4-9925-43D6-9170-D5D01F14FD18}" presName="iconBgRect" presStyleLbl="bgShp" presStyleIdx="2" presStyleCnt="3"/>
      <dgm:spPr/>
    </dgm:pt>
    <dgm:pt modelId="{5ADA37A2-0363-4ED3-92A1-B364077C26AC}" type="pres">
      <dgm:prSet presAssocID="{65A9ADC4-9925-43D6-9170-D5D01F14FD1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5570F972-3D65-4413-A90D-D7457F0F1D32}" type="pres">
      <dgm:prSet presAssocID="{65A9ADC4-9925-43D6-9170-D5D01F14FD18}" presName="spaceRect" presStyleCnt="0"/>
      <dgm:spPr/>
    </dgm:pt>
    <dgm:pt modelId="{5ED9156A-812E-48A9-814C-7968522360CF}" type="pres">
      <dgm:prSet presAssocID="{65A9ADC4-9925-43D6-9170-D5D01F14FD1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D7B955D-4429-44A1-9879-D543A9E21A07}" srcId="{F2E4CE94-5A77-43A4-B084-03DE1B077E53}" destId="{65A9ADC4-9925-43D6-9170-D5D01F14FD18}" srcOrd="2" destOrd="0" parTransId="{8EDA5C29-F515-447D-80C7-E48E2F179B03}" sibTransId="{C93AB6AE-E2BC-4589-A185-C40F10D4675A}"/>
    <dgm:cxn modelId="{F2D15F67-952D-4E07-82E6-FE31BABF4020}" type="presOf" srcId="{65A9ADC4-9925-43D6-9170-D5D01F14FD18}" destId="{5ED9156A-812E-48A9-814C-7968522360CF}" srcOrd="0" destOrd="0" presId="urn:microsoft.com/office/officeart/2018/5/layout/IconCircleLabelList"/>
    <dgm:cxn modelId="{DB1A777B-C527-4785-B409-4C7A761B12FF}" type="presOf" srcId="{D6BAA096-333D-4311-8611-AC8A1493A09E}" destId="{4A0A6AE3-0C27-4E45-A925-E878FBE0FC58}" srcOrd="0" destOrd="0" presId="urn:microsoft.com/office/officeart/2018/5/layout/IconCircleLabelList"/>
    <dgm:cxn modelId="{6C91F998-7AE8-490A-AE0F-F9D897CCDF90}" type="presOf" srcId="{F2E4CE94-5A77-43A4-B084-03DE1B077E53}" destId="{8901754C-CE0B-43A7-B157-2E9C34B40505}" srcOrd="0" destOrd="0" presId="urn:microsoft.com/office/officeart/2018/5/layout/IconCircleLabelList"/>
    <dgm:cxn modelId="{C7E3CEA3-DD4E-4301-A88B-24E1BCAF4B50}" type="presOf" srcId="{AA8DBF63-593D-40A9-ABCC-D9F23F3AB96B}" destId="{EFD2E431-FF78-4A7A-A414-07DD8016F70E}" srcOrd="0" destOrd="0" presId="urn:microsoft.com/office/officeart/2018/5/layout/IconCircleLabelList"/>
    <dgm:cxn modelId="{F3BC79C9-A2DA-4952-8D74-F375EC380AA6}" srcId="{F2E4CE94-5A77-43A4-B084-03DE1B077E53}" destId="{AA8DBF63-593D-40A9-ABCC-D9F23F3AB96B}" srcOrd="0" destOrd="0" parTransId="{0B1F64BF-9D39-4181-AC58-4D9701126A32}" sibTransId="{BCA85F68-19BD-4F3A-8BAE-3754E86632E7}"/>
    <dgm:cxn modelId="{CD7DB9D8-3DD3-4874-84EA-758243DEE48E}" srcId="{F2E4CE94-5A77-43A4-B084-03DE1B077E53}" destId="{D6BAA096-333D-4311-8611-AC8A1493A09E}" srcOrd="1" destOrd="0" parTransId="{976E764E-253B-4DA0-A247-6317C3AF7580}" sibTransId="{E04C19D8-9037-47FE-A2D0-B39333E1EF65}"/>
    <dgm:cxn modelId="{345ED81B-0984-41C9-9CDE-C42BD0310ED5}" type="presParOf" srcId="{8901754C-CE0B-43A7-B157-2E9C34B40505}" destId="{EA444B2C-E640-4ED4-8B2B-5B853A732C62}" srcOrd="0" destOrd="0" presId="urn:microsoft.com/office/officeart/2018/5/layout/IconCircleLabelList"/>
    <dgm:cxn modelId="{8C1C59C7-46BF-4BA5-B864-23BD58D44551}" type="presParOf" srcId="{EA444B2C-E640-4ED4-8B2B-5B853A732C62}" destId="{017FABC1-5600-4E2E-A427-F0C12EF42EAA}" srcOrd="0" destOrd="0" presId="urn:microsoft.com/office/officeart/2018/5/layout/IconCircleLabelList"/>
    <dgm:cxn modelId="{1E14798E-35CE-4362-AAA8-F44CD41A138D}" type="presParOf" srcId="{EA444B2C-E640-4ED4-8B2B-5B853A732C62}" destId="{E7E12CF9-33FE-4208-A702-7F8A5ECFE4A9}" srcOrd="1" destOrd="0" presId="urn:microsoft.com/office/officeart/2018/5/layout/IconCircleLabelList"/>
    <dgm:cxn modelId="{B02CFA21-2536-4B42-AFD2-6BC2B0989799}" type="presParOf" srcId="{EA444B2C-E640-4ED4-8B2B-5B853A732C62}" destId="{51B5CDDD-04F8-4C29-BFC0-47E590427B4A}" srcOrd="2" destOrd="0" presId="urn:microsoft.com/office/officeart/2018/5/layout/IconCircleLabelList"/>
    <dgm:cxn modelId="{1763EA03-C0DA-492B-931D-30F62DE4D798}" type="presParOf" srcId="{EA444B2C-E640-4ED4-8B2B-5B853A732C62}" destId="{EFD2E431-FF78-4A7A-A414-07DD8016F70E}" srcOrd="3" destOrd="0" presId="urn:microsoft.com/office/officeart/2018/5/layout/IconCircleLabelList"/>
    <dgm:cxn modelId="{140B7512-8581-4AB0-B4E7-448ECB4D2C68}" type="presParOf" srcId="{8901754C-CE0B-43A7-B157-2E9C34B40505}" destId="{5722A382-EF3F-4565-8469-66B8C0D4568B}" srcOrd="1" destOrd="0" presId="urn:microsoft.com/office/officeart/2018/5/layout/IconCircleLabelList"/>
    <dgm:cxn modelId="{4B2FF1F6-D8E8-4D68-B3FF-F57C27064F22}" type="presParOf" srcId="{8901754C-CE0B-43A7-B157-2E9C34B40505}" destId="{01A0920F-BEF7-495F-BDAD-5AF4460CF0F6}" srcOrd="2" destOrd="0" presId="urn:microsoft.com/office/officeart/2018/5/layout/IconCircleLabelList"/>
    <dgm:cxn modelId="{CEDE4C07-824A-4945-B129-902CC1B33BD1}" type="presParOf" srcId="{01A0920F-BEF7-495F-BDAD-5AF4460CF0F6}" destId="{C99D1161-9EB6-4CF4-AF41-15B04FE18937}" srcOrd="0" destOrd="0" presId="urn:microsoft.com/office/officeart/2018/5/layout/IconCircleLabelList"/>
    <dgm:cxn modelId="{2FCF655C-7AAF-413F-9539-A481804CD146}" type="presParOf" srcId="{01A0920F-BEF7-495F-BDAD-5AF4460CF0F6}" destId="{767FEAAE-0D87-46F8-BC3B-8F03E906EAF5}" srcOrd="1" destOrd="0" presId="urn:microsoft.com/office/officeart/2018/5/layout/IconCircleLabelList"/>
    <dgm:cxn modelId="{CA55C8F8-0405-4F10-B522-893551752941}" type="presParOf" srcId="{01A0920F-BEF7-495F-BDAD-5AF4460CF0F6}" destId="{C6005BFF-4FA4-4A41-A6F7-9DC81CBCAD78}" srcOrd="2" destOrd="0" presId="urn:microsoft.com/office/officeart/2018/5/layout/IconCircleLabelList"/>
    <dgm:cxn modelId="{3ED02EE9-069A-44BB-AF60-66753F0B879B}" type="presParOf" srcId="{01A0920F-BEF7-495F-BDAD-5AF4460CF0F6}" destId="{4A0A6AE3-0C27-4E45-A925-E878FBE0FC58}" srcOrd="3" destOrd="0" presId="urn:microsoft.com/office/officeart/2018/5/layout/IconCircleLabelList"/>
    <dgm:cxn modelId="{BB413DCE-FC39-454A-902B-59802E42C332}" type="presParOf" srcId="{8901754C-CE0B-43A7-B157-2E9C34B40505}" destId="{5D13BEFF-ED9C-4F5F-98A0-B429049A2B4F}" srcOrd="3" destOrd="0" presId="urn:microsoft.com/office/officeart/2018/5/layout/IconCircleLabelList"/>
    <dgm:cxn modelId="{BE7A172D-2A3A-4DC7-87F2-2EBA3BC4F52E}" type="presParOf" srcId="{8901754C-CE0B-43A7-B157-2E9C34B40505}" destId="{17CDF809-3A1A-4098-9CA6-073DE8410E36}" srcOrd="4" destOrd="0" presId="urn:microsoft.com/office/officeart/2018/5/layout/IconCircleLabelList"/>
    <dgm:cxn modelId="{3045441F-2FBC-4AA4-907A-AA68964D767F}" type="presParOf" srcId="{17CDF809-3A1A-4098-9CA6-073DE8410E36}" destId="{0AFBBBCA-7101-4CA2-87F8-6E4378670337}" srcOrd="0" destOrd="0" presId="urn:microsoft.com/office/officeart/2018/5/layout/IconCircleLabelList"/>
    <dgm:cxn modelId="{DAAB409B-9F0D-4EB3-9762-9BC24F10F116}" type="presParOf" srcId="{17CDF809-3A1A-4098-9CA6-073DE8410E36}" destId="{5ADA37A2-0363-4ED3-92A1-B364077C26AC}" srcOrd="1" destOrd="0" presId="urn:microsoft.com/office/officeart/2018/5/layout/IconCircleLabelList"/>
    <dgm:cxn modelId="{4384BB40-023F-4106-9E67-BB049BE2F841}" type="presParOf" srcId="{17CDF809-3A1A-4098-9CA6-073DE8410E36}" destId="{5570F972-3D65-4413-A90D-D7457F0F1D32}" srcOrd="2" destOrd="0" presId="urn:microsoft.com/office/officeart/2018/5/layout/IconCircleLabelList"/>
    <dgm:cxn modelId="{904AFCEE-8B24-4606-92BA-06E5279C3282}" type="presParOf" srcId="{17CDF809-3A1A-4098-9CA6-073DE8410E36}" destId="{5ED9156A-812E-48A9-814C-7968522360C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CE2742-ACB9-4E6D-A98F-53534E891501}">
      <dsp:nvSpPr>
        <dsp:cNvPr id="0" name=""/>
        <dsp:cNvSpPr/>
      </dsp:nvSpPr>
      <dsp:spPr>
        <a:xfrm>
          <a:off x="247599" y="592423"/>
          <a:ext cx="804803" cy="8048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0AF534-5A97-4E7F-AE95-EB86112875C7}">
      <dsp:nvSpPr>
        <dsp:cNvPr id="0" name=""/>
        <dsp:cNvSpPr/>
      </dsp:nvSpPr>
      <dsp:spPr>
        <a:xfrm>
          <a:off x="416607" y="761432"/>
          <a:ext cx="466786" cy="4667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72A25-F16E-4267-A34F-10532391DB3D}">
      <dsp:nvSpPr>
        <dsp:cNvPr id="0" name=""/>
        <dsp:cNvSpPr/>
      </dsp:nvSpPr>
      <dsp:spPr>
        <a:xfrm>
          <a:off x="1224860" y="592423"/>
          <a:ext cx="1897036" cy="804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Bienvenida al curso</a:t>
          </a:r>
          <a:endParaRPr lang="en-US" sz="1900" kern="1200"/>
        </a:p>
      </dsp:txBody>
      <dsp:txXfrm>
        <a:off x="1224860" y="592423"/>
        <a:ext cx="1897036" cy="804803"/>
      </dsp:txXfrm>
    </dsp:sp>
    <dsp:sp modelId="{D6687A25-242C-42B8-B85E-3C90CAB8175A}">
      <dsp:nvSpPr>
        <dsp:cNvPr id="0" name=""/>
        <dsp:cNvSpPr/>
      </dsp:nvSpPr>
      <dsp:spPr>
        <a:xfrm>
          <a:off x="3452441" y="592423"/>
          <a:ext cx="804803" cy="8048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F7D2C9-E82F-47DD-BAA5-C06B8E6EED71}">
      <dsp:nvSpPr>
        <dsp:cNvPr id="0" name=""/>
        <dsp:cNvSpPr/>
      </dsp:nvSpPr>
      <dsp:spPr>
        <a:xfrm>
          <a:off x="3621450" y="761432"/>
          <a:ext cx="466786" cy="4667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51865-BD43-4250-8529-546348F684D2}">
      <dsp:nvSpPr>
        <dsp:cNvPr id="0" name=""/>
        <dsp:cNvSpPr/>
      </dsp:nvSpPr>
      <dsp:spPr>
        <a:xfrm>
          <a:off x="4429703" y="592423"/>
          <a:ext cx="1897036" cy="804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Lectura de programa del curso</a:t>
          </a:r>
          <a:endParaRPr lang="en-US" sz="1900" kern="1200"/>
        </a:p>
      </dsp:txBody>
      <dsp:txXfrm>
        <a:off x="4429703" y="592423"/>
        <a:ext cx="1897036" cy="804803"/>
      </dsp:txXfrm>
    </dsp:sp>
    <dsp:sp modelId="{78B3322B-E2F3-4B01-86CF-77D20ED0BC6E}">
      <dsp:nvSpPr>
        <dsp:cNvPr id="0" name=""/>
        <dsp:cNvSpPr/>
      </dsp:nvSpPr>
      <dsp:spPr>
        <a:xfrm>
          <a:off x="6657284" y="592423"/>
          <a:ext cx="804803" cy="8048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1D42CB-E2B7-4157-9418-4B600054049D}">
      <dsp:nvSpPr>
        <dsp:cNvPr id="0" name=""/>
        <dsp:cNvSpPr/>
      </dsp:nvSpPr>
      <dsp:spPr>
        <a:xfrm>
          <a:off x="6826293" y="761432"/>
          <a:ext cx="466786" cy="4667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40045-1D5D-4EA3-A92A-91EC4B063923}">
      <dsp:nvSpPr>
        <dsp:cNvPr id="0" name=""/>
        <dsp:cNvSpPr/>
      </dsp:nvSpPr>
      <dsp:spPr>
        <a:xfrm>
          <a:off x="7634545" y="592423"/>
          <a:ext cx="1897036" cy="804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Repaso de fundamentos</a:t>
          </a:r>
          <a:endParaRPr lang="en-US" sz="1900" kern="1200"/>
        </a:p>
      </dsp:txBody>
      <dsp:txXfrm>
        <a:off x="7634545" y="592423"/>
        <a:ext cx="1897036" cy="804803"/>
      </dsp:txXfrm>
    </dsp:sp>
    <dsp:sp modelId="{D4D6471B-1206-4EF7-9B35-0D63AD1BD23B}">
      <dsp:nvSpPr>
        <dsp:cNvPr id="0" name=""/>
        <dsp:cNvSpPr/>
      </dsp:nvSpPr>
      <dsp:spPr>
        <a:xfrm>
          <a:off x="247599" y="1969585"/>
          <a:ext cx="804803" cy="8048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9C995-8047-484E-B9D3-A01A78850FF4}">
      <dsp:nvSpPr>
        <dsp:cNvPr id="0" name=""/>
        <dsp:cNvSpPr/>
      </dsp:nvSpPr>
      <dsp:spPr>
        <a:xfrm>
          <a:off x="416607" y="2138594"/>
          <a:ext cx="466786" cy="4667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F63444-CAA6-4C15-9E76-3019CBA98E70}">
      <dsp:nvSpPr>
        <dsp:cNvPr id="0" name=""/>
        <dsp:cNvSpPr/>
      </dsp:nvSpPr>
      <dsp:spPr>
        <a:xfrm>
          <a:off x="1224860" y="1969585"/>
          <a:ext cx="1897036" cy="804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Laboratorio</a:t>
          </a:r>
          <a:endParaRPr lang="en-US" sz="1900" kern="1200"/>
        </a:p>
      </dsp:txBody>
      <dsp:txXfrm>
        <a:off x="1224860" y="1969585"/>
        <a:ext cx="1897036" cy="804803"/>
      </dsp:txXfrm>
    </dsp:sp>
    <dsp:sp modelId="{AA2A9E38-AFA4-4570-9CA1-F9C344E13EB5}">
      <dsp:nvSpPr>
        <dsp:cNvPr id="0" name=""/>
        <dsp:cNvSpPr/>
      </dsp:nvSpPr>
      <dsp:spPr>
        <a:xfrm>
          <a:off x="3452441" y="1969585"/>
          <a:ext cx="804803" cy="8048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D5001-11D6-4EB6-88CF-D47BCD21547D}">
      <dsp:nvSpPr>
        <dsp:cNvPr id="0" name=""/>
        <dsp:cNvSpPr/>
      </dsp:nvSpPr>
      <dsp:spPr>
        <a:xfrm>
          <a:off x="3621450" y="2138594"/>
          <a:ext cx="466786" cy="4667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EF29F8-CDEB-47C1-9DFF-BC2D175525FA}">
      <dsp:nvSpPr>
        <dsp:cNvPr id="0" name=""/>
        <dsp:cNvSpPr/>
      </dsp:nvSpPr>
      <dsp:spPr>
        <a:xfrm>
          <a:off x="4429703" y="1969585"/>
          <a:ext cx="1897036" cy="804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Introducción a la administración de base de datos</a:t>
          </a:r>
          <a:endParaRPr lang="en-US" sz="1900" kern="1200"/>
        </a:p>
      </dsp:txBody>
      <dsp:txXfrm>
        <a:off x="4429703" y="1969585"/>
        <a:ext cx="1897036" cy="804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7FABC1-5600-4E2E-A427-F0C12EF42EAA}">
      <dsp:nvSpPr>
        <dsp:cNvPr id="0" name=""/>
        <dsp:cNvSpPr/>
      </dsp:nvSpPr>
      <dsp:spPr>
        <a:xfrm>
          <a:off x="643841" y="175907"/>
          <a:ext cx="1749937" cy="174993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E12CF9-33FE-4208-A702-7F8A5ECFE4A9}">
      <dsp:nvSpPr>
        <dsp:cNvPr id="0" name=""/>
        <dsp:cNvSpPr/>
      </dsp:nvSpPr>
      <dsp:spPr>
        <a:xfrm>
          <a:off x="1016778" y="548845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2E431-FF78-4A7A-A414-07DD8016F70E}">
      <dsp:nvSpPr>
        <dsp:cNvPr id="0" name=""/>
        <dsp:cNvSpPr/>
      </dsp:nvSpPr>
      <dsp:spPr>
        <a:xfrm>
          <a:off x="84434" y="2470907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R" sz="2500" kern="1200"/>
            <a:t>¿Cuál es su nombre?</a:t>
          </a:r>
          <a:endParaRPr lang="en-US" sz="2500" kern="1200"/>
        </a:p>
      </dsp:txBody>
      <dsp:txXfrm>
        <a:off x="84434" y="2470907"/>
        <a:ext cx="2868750" cy="720000"/>
      </dsp:txXfrm>
    </dsp:sp>
    <dsp:sp modelId="{C99D1161-9EB6-4CF4-AF41-15B04FE18937}">
      <dsp:nvSpPr>
        <dsp:cNvPr id="0" name=""/>
        <dsp:cNvSpPr/>
      </dsp:nvSpPr>
      <dsp:spPr>
        <a:xfrm>
          <a:off x="4014622" y="175907"/>
          <a:ext cx="1749937" cy="174993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7FEAAE-0D87-46F8-BC3B-8F03E906EAF5}">
      <dsp:nvSpPr>
        <dsp:cNvPr id="0" name=""/>
        <dsp:cNvSpPr/>
      </dsp:nvSpPr>
      <dsp:spPr>
        <a:xfrm>
          <a:off x="4387559" y="548845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A6AE3-0C27-4E45-A925-E878FBE0FC58}">
      <dsp:nvSpPr>
        <dsp:cNvPr id="0" name=""/>
        <dsp:cNvSpPr/>
      </dsp:nvSpPr>
      <dsp:spPr>
        <a:xfrm>
          <a:off x="3455216" y="2470907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R" sz="2500" kern="1200"/>
            <a:t>¿De donde eres?</a:t>
          </a:r>
          <a:endParaRPr lang="en-US" sz="2500" kern="1200"/>
        </a:p>
      </dsp:txBody>
      <dsp:txXfrm>
        <a:off x="3455216" y="2470907"/>
        <a:ext cx="2868750" cy="720000"/>
      </dsp:txXfrm>
    </dsp:sp>
    <dsp:sp modelId="{0AFBBBCA-7101-4CA2-87F8-6E4378670337}">
      <dsp:nvSpPr>
        <dsp:cNvPr id="0" name=""/>
        <dsp:cNvSpPr/>
      </dsp:nvSpPr>
      <dsp:spPr>
        <a:xfrm>
          <a:off x="7385403" y="175907"/>
          <a:ext cx="1749937" cy="174993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DA37A2-0363-4ED3-92A1-B364077C26AC}">
      <dsp:nvSpPr>
        <dsp:cNvPr id="0" name=""/>
        <dsp:cNvSpPr/>
      </dsp:nvSpPr>
      <dsp:spPr>
        <a:xfrm>
          <a:off x="7758341" y="548845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9156A-812E-48A9-814C-7968522360CF}">
      <dsp:nvSpPr>
        <dsp:cNvPr id="0" name=""/>
        <dsp:cNvSpPr/>
      </dsp:nvSpPr>
      <dsp:spPr>
        <a:xfrm>
          <a:off x="6825997" y="2470907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R" sz="2500" kern="1200"/>
            <a:t>¿Qué expectativas tienes del curso?</a:t>
          </a:r>
          <a:endParaRPr lang="en-US" sz="2500" kern="1200"/>
        </a:p>
      </dsp:txBody>
      <dsp:txXfrm>
        <a:off x="6825997" y="2470907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DD7406EE-1E5E-4394-B508-934A428A455A}" type="datetime1">
              <a:rPr lang="es-ES" smtClean="0"/>
              <a:t>09/03/2026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AFF3A6F-DEFA-45E0-9496-BEE7C2C6F3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920ADD3C-FF21-4216-9D7A-8A22E020B1F0}" type="datetime1">
              <a:rPr lang="es-ES" smtClean="0"/>
              <a:t>09/03/2026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F97DC217-DF71-1A49-B3EA-559F1F43B0F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657C3-DF87-C829-3595-DEBDE9D19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0E26EF-6F76-3861-B888-8A407FC06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C37A78-8FFE-F5D1-5689-9A4DADC89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6D8E6F-B880-C303-270E-7D06AD460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041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E7347-73A4-CB56-5414-66F9AD57B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D0A760F-7DC8-FA46-E520-70D8A9C3E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3F2D02-FA7F-7AC3-461F-95E3654EC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82BD9F-4883-A6D4-3DC7-840FA2FA1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5616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1EFAB-0FD9-6D5C-0B77-01666CCA8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53D8579-BD9A-3358-C97E-2B31D3B93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9D399C5-0352-AE9C-2908-9255393B7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D4BD81-9320-0EFE-A032-992FD65F0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0386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B7C4F-8988-A008-73DC-FDBF429EA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E3B6127-ABCE-8EAE-6787-33EF860E8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F26D7E5-D066-2554-D574-11C0F0D19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AD3234-37E6-6796-D4BA-5382222E15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0940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3B932-D471-63A0-42E6-7F0FD335E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3D2DB6E-3AE6-0719-17DF-6A46FD3CC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D289AD-0D82-7296-7573-857B5CB55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5EBDFA-B845-DB43-7C77-7EDCDC491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3965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7F72C-A9B5-77A6-2272-D23D31633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C5B856C-BEB6-1CDB-0C26-D327DBDC1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6EB9B2A-AD7B-A0F0-71B8-40A9715C5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ECA862-28BB-C28E-FF1F-672F1ABB9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87280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4ED0E-4904-FE34-9DDC-C20675A5E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6E8298-53DE-2897-EDA0-E66879E76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1324E8C-BD6E-EB36-7734-60C6A112A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F881A8-E385-0176-C387-7571F976C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1420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3F8C1-6F5B-EA93-3E71-69F431E73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44E179E-2A53-1D57-9B3C-7AE7A3FE1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488762-FD37-3F3D-7129-101F7C328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DF96FC-53D1-510E-CB47-2613988F7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58259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89B46-01AE-2DCF-53BE-D5B1F4D03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ABFC71A-DF31-3D99-D06D-7C1F0D051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FA4929C-C33D-288F-CF45-9E4DB42DC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A033CE-18F5-11A7-2C38-39E35C5AA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79375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91C64-464C-3DF1-AAC6-E9E02BB65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1A3FFBE-3658-9321-A078-B4850269C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6832725-B1D1-DC5D-8485-9D445AE98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7EDD65-EB2D-C1A2-59E2-B8A854E28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96276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0E68-A4D6-750F-E216-03A94F052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B90B50-13BC-9A40-4EC6-D56BCB57B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244565-FB03-9576-56E5-70CF64038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08A34C-FAE3-08CC-10E2-0F452741C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571809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7A04-C453-9A77-F2D1-2E9D47491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E746516-E35D-27D9-6C48-4107605FF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4264FD-29D6-A25B-FB8F-7C84EB955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2951B3-741D-70D8-55F4-D60DF1905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65806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FCB6C-5C77-6994-973F-EF5C5E470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6510F8C-F100-7F38-9BBE-A4F423F33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F7E05DA-0AA8-CFF7-59FE-8A487FB72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85B81D-8841-7EBF-C9AE-55A8F1DFA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00338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7676-3CB3-E222-8531-00790718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80637A0-CE1E-D80E-4853-6A54F7886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5D2CCB0-336D-D3C9-C581-484ADD093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49C60D-A62F-8F19-5C92-0FE51984A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82324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0098-FF92-CCC8-5781-F56AC0171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8A4B3C7-07D6-FC30-DB9C-109A1030F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F04677-CB84-5773-B843-504E07DF9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5026EE-45D0-D923-B4EE-7BE7DDB59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911799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DE761-D2EF-4B32-644F-54659387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FE2EC3-3B77-A0C2-5FEB-78C348608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5FDEF7F-DF21-005E-5E53-530370BC2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D756E5-48D1-5C9B-E5CA-C00811222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402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0A69-7330-B267-4FC3-01DD9317E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51B07AA-D316-E61A-78B9-4642EC7EA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135725-7AFD-D454-0BB2-C366FE13C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E30245-6331-0966-FBA9-C572C7B06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54930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AD83E-D358-A4B7-6598-8AD026AE7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31DF7A-9F0F-26EE-7DF8-076D2E6F3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05C0D3-AA6D-0AC7-54D2-FCE633FB6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8C413C-4AE0-79ED-7ED5-96C568625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52145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97D3-9BA8-1859-8CB9-3DDCD80FE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47776B7-BC19-56CC-746F-64E63F9F8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F3B9D4-7E94-0743-0365-348C115D1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233003-0CBB-0C35-2AB1-0F761D3E3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700145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es-ES">
                <a:latin typeface="+mn-lt"/>
              </a:defRPr>
            </a:lvl1pPr>
            <a:lvl2pPr marL="457200" indent="0">
              <a:buNone/>
              <a:defRPr lang="es-ES">
                <a:latin typeface="+mn-lt"/>
              </a:defRPr>
            </a:lvl2pPr>
            <a:lvl3pPr marL="914400" indent="0">
              <a:buNone/>
              <a:defRPr lang="es-ES">
                <a:latin typeface="+mn-lt"/>
              </a:defRPr>
            </a:lvl3pPr>
            <a:lvl4pPr marL="1371600" indent="0">
              <a:buNone/>
              <a:defRPr lang="es-ES">
                <a:latin typeface="+mn-lt"/>
              </a:defRPr>
            </a:lvl4pPr>
            <a:lvl5pPr marL="1828800" indent="0">
              <a:buNone/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n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rtlCol="0" anchor="ctr" anchorCtr="0">
            <a:noAutofit/>
          </a:bodyPr>
          <a:lstStyle>
            <a:lvl1pPr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n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rtlCol="0" anchor="b" anchorCtr="0">
            <a:noAutofit/>
          </a:bodyPr>
          <a:lstStyle>
            <a:lvl1pPr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rtlCol="0" anchor="t" anchorCtr="0">
            <a:noAutofit/>
          </a:bodyPr>
          <a:lstStyle>
            <a:lvl1pPr marL="0" indent="0" algn="l">
              <a:buNone/>
              <a:defRPr lang="es-ES" sz="3200"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es-ES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es-ES"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es-ES"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en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2 conteni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es-ES" sz="4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áfico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es-ES">
                <a:latin typeface="+mn-lt"/>
              </a:defRPr>
            </a:lvl1pPr>
            <a:lvl2pPr marL="457200" indent="0">
              <a:buNone/>
              <a:defRPr lang="es-ES">
                <a:latin typeface="+mn-lt"/>
              </a:defRPr>
            </a:lvl2pPr>
            <a:lvl3pPr marL="914400" indent="0">
              <a:buNone/>
              <a:defRPr lang="es-ES">
                <a:latin typeface="+mn-lt"/>
              </a:defRPr>
            </a:lvl3pPr>
            <a:lvl4pPr marL="1371600" indent="0">
              <a:buNone/>
              <a:defRPr lang="es-ES">
                <a:latin typeface="+mn-lt"/>
              </a:defRPr>
            </a:lvl4pPr>
            <a:lvl5pPr marL="1828800" indent="0">
              <a:buNone/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nalizar diaposi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es-ES" sz="2800"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rjosueqc05@hot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juan@uni.edu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hyperlink" Target="mailto:ana@uni.edu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 vert="horz" lIns="91440" tIns="45720" rIns="91440" bIns="45720" rtlCol="0" anchor="b" anchorCtr="0">
            <a:normAutofit/>
          </a:bodyPr>
          <a:lstStyle>
            <a:defPPr>
              <a:defRPr lang="es-ES"/>
            </a:defPPr>
          </a:lstStyle>
          <a:p>
            <a:r>
              <a:rPr lang="es-ES" sz="5600" b="1" kern="1200" dirty="0">
                <a:latin typeface="+mj-lt"/>
                <a:ea typeface="+mj-ea"/>
                <a:cs typeface="+mj-cs"/>
              </a:rPr>
              <a:t>IF-5100 Administración de bases de datos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EBB6FD5-CB11-15FB-6E4D-07CBED073A57}"/>
              </a:ext>
            </a:extLst>
          </p:cNvPr>
          <p:cNvSpPr txBox="1">
            <a:spLocks/>
          </p:cNvSpPr>
          <p:nvPr/>
        </p:nvSpPr>
        <p:spPr>
          <a:xfrm>
            <a:off x="5943598" y="3657600"/>
            <a:ext cx="5120640" cy="6933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3200" kern="1200" dirty="0">
                <a:latin typeface="+mn-lt"/>
                <a:ea typeface="+mn-ea"/>
                <a:cs typeface="+mn-cs"/>
              </a:rPr>
              <a:t>Informática Empresarial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5BB1439-1C28-4247-0ABD-061B53904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238" y="1167543"/>
            <a:ext cx="4500562" cy="4500562"/>
          </a:xfrm>
          <a:prstGeom prst="ellipse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BC0F21F-D25A-E60F-B9DD-8D1C7B7203FF}"/>
              </a:ext>
            </a:extLst>
          </p:cNvPr>
          <p:cNvSpPr txBox="1">
            <a:spLocks/>
          </p:cNvSpPr>
          <p:nvPr/>
        </p:nvSpPr>
        <p:spPr>
          <a:xfrm>
            <a:off x="5943598" y="4211934"/>
            <a:ext cx="5120640" cy="6933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3200" kern="1200" dirty="0">
                <a:latin typeface="+mn-lt"/>
                <a:ea typeface="+mn-ea"/>
                <a:cs typeface="+mn-cs"/>
              </a:rPr>
              <a:t>Clase 1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Agenda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206C54B-6301-7941-014E-AE2DA775D4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4196946"/>
              </p:ext>
            </p:extLst>
          </p:nvPr>
        </p:nvGraphicFramePr>
        <p:xfrm>
          <a:off x="1167493" y="2084832"/>
          <a:ext cx="9779182" cy="3366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vert="horz" lIns="91440" tIns="45720" rIns="91440" bIns="45720" rtlCol="0" anchor="b">
            <a:normAutofit/>
          </a:bodyPr>
          <a:lstStyle>
            <a:defPPr>
              <a:defRPr lang="es-ES"/>
            </a:defPPr>
          </a:lstStyle>
          <a:p>
            <a:r>
              <a:rPr lang="es-ES" b="1" kern="1200">
                <a:latin typeface="+mj-lt"/>
                <a:ea typeface="+mj-ea"/>
                <a:cs typeface="+mj-cs"/>
              </a:rPr>
              <a:t>Presentación</a:t>
            </a:r>
          </a:p>
        </p:txBody>
      </p:sp>
      <p:graphicFrame>
        <p:nvGraphicFramePr>
          <p:cNvPr id="7" name="Título 1">
            <a:extLst>
              <a:ext uri="{FF2B5EF4-FFF2-40B4-BE49-F238E27FC236}">
                <a16:creationId xmlns:a16="http://schemas.microsoft.com/office/drawing/2014/main" id="{D8742FE5-BC71-10C2-6581-1EE8439A0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3080684"/>
              </p:ext>
            </p:extLst>
          </p:nvPr>
        </p:nvGraphicFramePr>
        <p:xfrm>
          <a:off x="1158865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Acerca del docente del curso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s-ES" dirty="0"/>
              <a:t>Lic. Randall Josué Quesada Castillo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s-ES" dirty="0"/>
              <a:t>Correo: </a:t>
            </a:r>
            <a:r>
              <a:rPr lang="es-ES" dirty="0">
                <a:hlinkClick r:id="rId3"/>
              </a:rPr>
              <a:t>rjosueqc05@hotmail.com</a:t>
            </a:r>
            <a:endParaRPr lang="es-ES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s-ES" dirty="0"/>
              <a:t>Horario de consulta: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sz="2800" dirty="0"/>
              <a:t>Jueves: 4:30 pm a 6:00 pm</a:t>
            </a:r>
          </a:p>
        </p:txBody>
      </p:sp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pic>
        <p:nvPicPr>
          <p:cNvPr id="1040" name="Picture 16" descr="Oficina base de datos - Icono gratis PNG, SVG">
            <a:extLst>
              <a:ext uri="{FF2B5EF4-FFF2-40B4-BE49-F238E27FC236}">
                <a16:creationId xmlns:a16="http://schemas.microsoft.com/office/drawing/2014/main" id="{561C5F28-42BA-44B9-D67C-DDE6C84B5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2797" y="2023984"/>
            <a:ext cx="3332832" cy="3332832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¿Qué es una base de datos?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/>
              <a:t>Una </a:t>
            </a:r>
            <a:r>
              <a:rPr lang="es-MX" b="1"/>
              <a:t>base de datos</a:t>
            </a:r>
            <a:r>
              <a:rPr lang="es-MX"/>
              <a:t> es una colección organizada de datos relacionados que se almacenan electrónicamente y que pueden ser accedidos, gestionados y actualizados de manera eficiente.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326-1FC2-4629-B5EE-7ACAD7F6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AF86DCB-B2AC-1579-F17B-E0E93C19A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pic>
        <p:nvPicPr>
          <p:cNvPr id="1040" name="Picture 16" descr="Oficina base de datos - Icono gratis PNG, SVG">
            <a:extLst>
              <a:ext uri="{FF2B5EF4-FFF2-40B4-BE49-F238E27FC236}">
                <a16:creationId xmlns:a16="http://schemas.microsoft.com/office/drawing/2014/main" id="{CCCD3A57-B19D-0F3D-5446-547E5F11C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2797" y="2023984"/>
            <a:ext cx="3332832" cy="3332832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644860-3D76-42DE-1EB3-A414A76FABB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 lnSpcReduction="10000"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Objetivos de una base de datos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Almacenar datos de forma estructurada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Permitir acceso eficiente a la información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R" dirty="0"/>
              <a:t>Evitar redundancia e inconsistencias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Facilitar la seguridad y control de acceso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R" dirty="0"/>
              <a:t>Permitir múltiples usuarios simultáneos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77588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6974E-FEB8-337E-25BA-04CBACA27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CC27B0F-5BBD-BC37-D9ED-578D6E1EB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1" y="136526"/>
            <a:ext cx="10038573" cy="165337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86313C-96C6-999B-707F-C2D144585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4"/>
            <a:ext cx="10486443" cy="333283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Sistema de Gestión de Bases de Datos (SGBD)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Consiste en una colección de datos interrelacionados y un conjunto de programas para tener acceso a dichos datos.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Colección de datos: normalmente es lo que conocemos como base de datos, la cual contiene información acerca de la empresa particular.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Cabe mencionar que los Sistemas Gestores de Bases de Datos también se llaman Sistemas Administradores de Bases de Datos (SABD).</a:t>
            </a:r>
            <a:endParaRPr lang="es-ES" dirty="0"/>
          </a:p>
        </p:txBody>
      </p:sp>
      <p:pic>
        <p:nvPicPr>
          <p:cNvPr id="1026" name="Picture 2" descr="Download Microsoft SQL Server Logo Vector Free | Logowik">
            <a:extLst>
              <a:ext uri="{FF2B5EF4-FFF2-40B4-BE49-F238E27FC236}">
                <a16:creationId xmlns:a16="http://schemas.microsoft.com/office/drawing/2014/main" id="{E3BBD515-1759-A48A-82CC-E1E3EDD22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63309"/>
            <a:ext cx="2342417" cy="1758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ySQL - Descargar logotipo en SVG o PNG fondo transparente">
            <a:extLst>
              <a:ext uri="{FF2B5EF4-FFF2-40B4-BE49-F238E27FC236}">
                <a16:creationId xmlns:a16="http://schemas.microsoft.com/office/drawing/2014/main" id="{DED67EDF-C63B-4100-C3F7-DD5E8B8CA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417" y="5279889"/>
            <a:ext cx="1654060" cy="112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plicación Oracle DB 11g Errors Guide en Amazon Appstore">
            <a:extLst>
              <a:ext uri="{FF2B5EF4-FFF2-40B4-BE49-F238E27FC236}">
                <a16:creationId xmlns:a16="http://schemas.microsoft.com/office/drawing/2014/main" id="{D6EA740F-65AC-DFE0-704C-E4EF27695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833" y="5156233"/>
            <a:ext cx="1565242" cy="156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612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BF431-3541-25EE-F3F1-F5C364C96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1C281668-1FC7-4066-C3DE-72C1F205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07D20E-D632-0AAF-3A2F-6D5097C03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/>
              <a:t>Sistema de Gestión de Bases de Datos (SGBD)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/>
              <a:t>Objetivos del SGBD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/>
              <a:t>Es proporcionar un entorno que sea tanto práctico como eficiente de usar en la recuperación y el almacenamiento de la información de la base de datos.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/>
              <a:t>Se diseñan para gestionar grandes cantidades de información.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/>
              <a:t>Proporcionar fiabilidad de la información almacenada a pesar de la caída del sistema o de los accesos sin autorización.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/>
              <a:t>Evitar resultados anómalos.</a:t>
            </a:r>
            <a:endParaRPr lang="es-ES" sz="2200"/>
          </a:p>
        </p:txBody>
      </p:sp>
    </p:spTree>
    <p:extLst>
      <p:ext uri="{BB962C8B-B14F-4D97-AF65-F5344CB8AC3E}">
        <p14:creationId xmlns:p14="http://schemas.microsoft.com/office/powerpoint/2010/main" val="534254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E9D71-3E7A-1AE3-019F-9BFF12345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8C38955-C3D3-9C5D-6C65-78F42A9B7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064D53-05C1-46AD-7959-14A0B6B80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8"/>
            <a:ext cx="9779182" cy="3263660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 dirty="0"/>
              <a:t>Sistema de Gestión de Bases de Datos (SGBD)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/>
              <a:t>Funciones del SGBD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R" sz="2000" dirty="0"/>
              <a:t>Definición de datos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R" sz="2000" dirty="0"/>
              <a:t>Manipulación de datos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R" sz="2000" dirty="0"/>
              <a:t>Seguridad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CR" sz="2000" dirty="0"/>
              <a:t>Control de concurrencia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200" dirty="0"/>
              <a:t>Recuperación ante fallos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200" dirty="0"/>
              <a:t>Optimización de consultas</a:t>
            </a:r>
          </a:p>
        </p:txBody>
      </p:sp>
    </p:spTree>
    <p:extLst>
      <p:ext uri="{BB962C8B-B14F-4D97-AF65-F5344CB8AC3E}">
        <p14:creationId xmlns:p14="http://schemas.microsoft.com/office/powerpoint/2010/main" val="1530902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CEE3F-1894-E4A7-9DF1-52493BE5C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6C489AC-7F56-8132-865C-38EECC630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23" y="-139140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539480-7B0E-CE94-E574-358F325A9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366" y="1856484"/>
            <a:ext cx="9779182" cy="411202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 dirty="0"/>
              <a:t>Sistema de Gestión de Bases de Datos (SGBD)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/>
              <a:t>Problemas antes de la llegada SGBD: Mantener información en un sistema de procesamiento de archivos acarrea grandes inconvenientes: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Redundancia de datos</a:t>
            </a:r>
            <a:r>
              <a:rPr lang="es-MX" sz="2200" dirty="0"/>
              <a:t>: La misma información puede estar duplicada en diferentes lugares.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Inconsistencia de datos</a:t>
            </a:r>
            <a:r>
              <a:rPr lang="es-MX" sz="2200" dirty="0"/>
              <a:t>: información que no coincida con los datos esperados por el usuario final.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Dificultad de acceso a los datos</a:t>
            </a:r>
            <a:r>
              <a:rPr lang="es-MX" sz="2200" dirty="0"/>
              <a:t>: no era de fácil acceso y no estaba disponible cuando se necesitaba.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200" b="1" dirty="0"/>
          </a:p>
        </p:txBody>
      </p:sp>
    </p:spTree>
    <p:extLst>
      <p:ext uri="{BB962C8B-B14F-4D97-AF65-F5344CB8AC3E}">
        <p14:creationId xmlns:p14="http://schemas.microsoft.com/office/powerpoint/2010/main" val="3370611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70C8D-CA5E-6654-B6B7-F160076AF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0D121832-DBE1-7B86-6879-70B675810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23" y="-139140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4232E9-8F42-E118-26DB-11EC918E9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414" y="1605275"/>
            <a:ext cx="9779182" cy="411202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 dirty="0"/>
              <a:t>Sistema de Gestión de Bases de Datos (SGBD)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/>
              <a:t>Problemas antes de la llegada SGBD: Mantener información en un sistema de procesamiento de archivos acarrea grandes inconvenientes: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Aislamiento de datos: </a:t>
            </a:r>
            <a:r>
              <a:rPr lang="es-MX" sz="2200" dirty="0"/>
              <a:t>Archivos dispersos, no hay centralización y se dificulta la escritura y lectura.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Problemas de integridad: </a:t>
            </a:r>
            <a:r>
              <a:rPr lang="es-MX" sz="2200" dirty="0"/>
              <a:t>Los datos almacenados deben de coincidir con lo que el usuario final espera que se almacenó, no debe de haber una falta de integridad de los datos.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Problemas de atomicidad: </a:t>
            </a:r>
            <a:r>
              <a:rPr lang="es-MX" sz="2200" dirty="0"/>
              <a:t>ante cualquier fallo, siempre se debe de asegurar que los datos se restauren al estado de consistencia que existía antes del fallo.</a:t>
            </a:r>
            <a:endParaRPr lang="es-MX" sz="22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200" b="1" dirty="0"/>
          </a:p>
        </p:txBody>
      </p:sp>
    </p:spTree>
    <p:extLst>
      <p:ext uri="{BB962C8B-B14F-4D97-AF65-F5344CB8AC3E}">
        <p14:creationId xmlns:p14="http://schemas.microsoft.com/office/powerpoint/2010/main" val="2228047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320D8-5F4C-3B98-E0DB-FCD817C5C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E0BE035-B455-7E2A-C491-7E78FC2EA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23" y="-139140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641BD3-CD85-264B-81E7-2EE0A4460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414" y="1605275"/>
            <a:ext cx="9779182" cy="411202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 dirty="0"/>
              <a:t>Sistema de Gestión de Bases de Datos (SGBD)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/>
              <a:t>Problemas antes de la llegada SGBD: Mantener información en un sistema de procesamiento de archivos acarrea grandes inconvenientes: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Anomalías en el acceso concurrente: </a:t>
            </a:r>
            <a:r>
              <a:rPr lang="es-MX" sz="2200" dirty="0"/>
              <a:t>los sistemas deben de permitir a múltiples usuarios actualizar datos simultáneamente, previo a los sistemas gestores, existen probabilidades de encontrar datos inconsistentes debido a la falta de este control.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Problemas de seguridad: </a:t>
            </a:r>
            <a:r>
              <a:rPr lang="es-MX" sz="2200" dirty="0"/>
              <a:t>No todos los usuarios de un sistema de base de datos debería de poder acceder a toda la estructura, ni a todos los datos.</a:t>
            </a:r>
            <a:endParaRPr lang="es-MX" sz="2200" b="1" dirty="0"/>
          </a:p>
        </p:txBody>
      </p:sp>
    </p:spTree>
    <p:extLst>
      <p:ext uri="{BB962C8B-B14F-4D97-AF65-F5344CB8AC3E}">
        <p14:creationId xmlns:p14="http://schemas.microsoft.com/office/powerpoint/2010/main" val="1489114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A913A-625E-8A88-9324-211089F3F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7FD0E0C-A11F-0A8F-90F4-33C6788E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23" y="-139140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30D4A7-17D1-72D1-1F3D-52B4F70A3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414" y="1605275"/>
            <a:ext cx="9779182" cy="2192284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 dirty="0"/>
              <a:t>Modelos de datos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2200" dirty="0"/>
              <a:t>Modelo jerárquico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2200" dirty="0"/>
              <a:t>Modelo de red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2200" dirty="0"/>
              <a:t>Modelo relacional</a:t>
            </a:r>
          </a:p>
        </p:txBody>
      </p:sp>
      <p:pic>
        <p:nvPicPr>
          <p:cNvPr id="11266" name="Picture 2" descr="EL MODELO DE DATOS JERÁRQUICO | Base de Datos">
            <a:extLst>
              <a:ext uri="{FF2B5EF4-FFF2-40B4-BE49-F238E27FC236}">
                <a16:creationId xmlns:a16="http://schemas.microsoft.com/office/drawing/2014/main" id="{E49B2C8F-E3C6-DA3B-E922-B32EE0695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362" y="1046598"/>
            <a:ext cx="4618653" cy="30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4.2.2 El enfoque de red">
            <a:extLst>
              <a:ext uri="{FF2B5EF4-FFF2-40B4-BE49-F238E27FC236}">
                <a16:creationId xmlns:a16="http://schemas.microsoft.com/office/drawing/2014/main" id="{63B7CFDD-6AF9-0967-8B48-20E5EA71D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785" y="3911252"/>
            <a:ext cx="3185314" cy="269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Base de datos relacional: qué es y cómo funciona">
            <a:extLst>
              <a:ext uri="{FF2B5EF4-FFF2-40B4-BE49-F238E27FC236}">
                <a16:creationId xmlns:a16="http://schemas.microsoft.com/office/drawing/2014/main" id="{4761CEEC-21AE-7A6F-08EF-23DF9410F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299" y="3966283"/>
            <a:ext cx="4116612" cy="257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7053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DA9B3-AAB2-431D-CCC4-67CFC15D4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7D91E23-65BE-C7C2-1E1F-4E8E4D6E1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23" y="-139140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CF2EA0-7111-1459-793C-5B5581784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414" y="1605275"/>
            <a:ext cx="9779182" cy="411202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 dirty="0"/>
              <a:t>Modelo relacional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/>
              <a:t>Representa los datos en tablas llamadas relaciones.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Relación: </a:t>
            </a:r>
            <a:r>
              <a:rPr lang="es-MX" sz="2200" dirty="0"/>
              <a:t>tiene como significado la tabla en la base de datos.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Tupla: </a:t>
            </a:r>
            <a:r>
              <a:rPr lang="es-MX" sz="2200" dirty="0"/>
              <a:t>representa la fila en una tabla.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Atributo: </a:t>
            </a:r>
            <a:r>
              <a:rPr lang="es-MX" sz="2200" dirty="0"/>
              <a:t>representa la columna en una tabla.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Dominio: </a:t>
            </a:r>
            <a:r>
              <a:rPr lang="es-MX" sz="2200" dirty="0"/>
              <a:t>representa el tipo de dato.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Llave primaria: </a:t>
            </a:r>
            <a:r>
              <a:rPr lang="es-MX" sz="2200" dirty="0"/>
              <a:t>Representa al identificador único de una tabla.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Llave foránea: </a:t>
            </a:r>
            <a:r>
              <a:rPr lang="es-MX" sz="2200" dirty="0"/>
              <a:t>Representa la relación entre tablas.</a:t>
            </a:r>
            <a:endParaRPr lang="es-MX" sz="22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MX" sz="2200" b="1" dirty="0"/>
          </a:p>
        </p:txBody>
      </p:sp>
    </p:spTree>
    <p:extLst>
      <p:ext uri="{BB962C8B-B14F-4D97-AF65-F5344CB8AC3E}">
        <p14:creationId xmlns:p14="http://schemas.microsoft.com/office/powerpoint/2010/main" val="3273509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316BA-7830-5BA2-F83B-E06DC075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49EE2E9-9F11-1B40-28E3-35429DD97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23" y="-139140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E462CC-DDB1-E042-82CB-3E38D03DA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414" y="1605275"/>
            <a:ext cx="9779182" cy="411202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 dirty="0"/>
              <a:t>Integridad de datos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200" dirty="0"/>
              <a:t>Las bases de datos deben de garantizar que los datos siempre sean correctos.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Integridad de entidad: </a:t>
            </a:r>
            <a:r>
              <a:rPr lang="es-MX" sz="2000" dirty="0"/>
              <a:t>La clave primaria no puede ser NULL.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Integridad referencial: </a:t>
            </a:r>
            <a:r>
              <a:rPr lang="es-MX" sz="2000" dirty="0"/>
              <a:t>Una clave foránea debe existir en la tabla relacionada.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MX" sz="1800" dirty="0"/>
              <a:t>Ejemplo: No se puede crear un pedido para un cliente inexistente.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Integridad de dominio: </a:t>
            </a:r>
            <a:r>
              <a:rPr lang="es-MX" sz="2000" dirty="0"/>
              <a:t>Los valores deben ser válidos.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MX" sz="1800" dirty="0"/>
              <a:t>Ejemplo: Edad &lt; 0.</a:t>
            </a:r>
          </a:p>
        </p:txBody>
      </p:sp>
    </p:spTree>
    <p:extLst>
      <p:ext uri="{BB962C8B-B14F-4D97-AF65-F5344CB8AC3E}">
        <p14:creationId xmlns:p14="http://schemas.microsoft.com/office/powerpoint/2010/main" val="3806661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7EA29-D1D9-1B60-E8BB-F2D7768F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29B9EF8-1432-EE5A-17CE-67C73773C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23" y="-139140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2AFD97-F690-AB0D-092A-AAEFCC81F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414" y="1605275"/>
            <a:ext cx="9779182" cy="411202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 dirty="0"/>
              <a:t>Lenguaje SQL</a:t>
            </a:r>
          </a:p>
          <a:p>
            <a:r>
              <a:rPr lang="es-MX" sz="2200" dirty="0"/>
              <a:t>El lenguaje estándar para trabajar con bases de datos relacionales es SQL (</a:t>
            </a:r>
            <a:r>
              <a:rPr lang="es-MX" sz="2200" dirty="0" err="1"/>
              <a:t>Structured</a:t>
            </a:r>
            <a:r>
              <a:rPr lang="es-MX" sz="2200" dirty="0"/>
              <a:t> </a:t>
            </a:r>
            <a:r>
              <a:rPr lang="es-MX" sz="2200" dirty="0" err="1"/>
              <a:t>Query</a:t>
            </a:r>
            <a:r>
              <a:rPr lang="es-MX" sz="2200" dirty="0"/>
              <a:t> </a:t>
            </a:r>
            <a:r>
              <a:rPr lang="es-MX" sz="2200" dirty="0" err="1"/>
              <a:t>Language</a:t>
            </a:r>
            <a:r>
              <a:rPr lang="es-MX" sz="2200" dirty="0"/>
              <a:t>). SQL tiene tres categorías principales</a:t>
            </a:r>
            <a:r>
              <a:rPr lang="es-MX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DDL (Data </a:t>
            </a:r>
            <a:r>
              <a:rPr lang="es-MX" sz="2200" b="1" dirty="0" err="1"/>
              <a:t>Definition</a:t>
            </a:r>
            <a:r>
              <a:rPr lang="es-MX" sz="2200" b="1" dirty="0"/>
              <a:t> </a:t>
            </a:r>
            <a:r>
              <a:rPr lang="es-MX" sz="2200" b="1" dirty="0" err="1"/>
              <a:t>Languaje</a:t>
            </a:r>
            <a:r>
              <a:rPr lang="es-MX" sz="2200" b="1" dirty="0"/>
              <a:t>): </a:t>
            </a:r>
            <a:r>
              <a:rPr lang="es-MX" sz="2000" dirty="0"/>
              <a:t>Define la estructura de la base de datos.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MX" sz="1600" dirty="0"/>
              <a:t>Ejemplo: CREATE, ALTER, DROP…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DML (Data </a:t>
            </a:r>
            <a:r>
              <a:rPr lang="es-MX" sz="2200" b="1" dirty="0" err="1"/>
              <a:t>Manipulation</a:t>
            </a:r>
            <a:r>
              <a:rPr lang="es-MX" sz="2200" b="1" dirty="0"/>
              <a:t> </a:t>
            </a:r>
            <a:r>
              <a:rPr lang="es-MX" sz="2200" b="1" dirty="0" err="1"/>
              <a:t>Language</a:t>
            </a:r>
            <a:r>
              <a:rPr lang="es-MX" sz="2200" b="1" dirty="0"/>
              <a:t>): </a:t>
            </a:r>
            <a:r>
              <a:rPr lang="es-MX" sz="2200" dirty="0"/>
              <a:t>Manipula los datos.</a:t>
            </a:r>
            <a:endParaRPr lang="es-MX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MX" sz="1800" dirty="0"/>
              <a:t>Ejemplo: INSERT, SELEC, UPDATE, DELETE.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DCL (Data Control </a:t>
            </a:r>
            <a:r>
              <a:rPr lang="es-MX" sz="2200" b="1" dirty="0" err="1"/>
              <a:t>Language</a:t>
            </a:r>
            <a:r>
              <a:rPr lang="es-MX" sz="2200" b="1" dirty="0"/>
              <a:t>): </a:t>
            </a:r>
            <a:r>
              <a:rPr lang="es-MX" sz="2000" dirty="0"/>
              <a:t>Controla permisos.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MX" sz="1800" dirty="0"/>
              <a:t>Ejemplo: GRANT SELECT.</a:t>
            </a:r>
          </a:p>
        </p:txBody>
      </p:sp>
    </p:spTree>
    <p:extLst>
      <p:ext uri="{BB962C8B-B14F-4D97-AF65-F5344CB8AC3E}">
        <p14:creationId xmlns:p14="http://schemas.microsoft.com/office/powerpoint/2010/main" val="1346796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2B15B-379B-9004-8161-52156A534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A33F57F-E28E-BDE5-7295-009194F58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23" y="-139140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168A5B-68CC-F7A6-2D3C-85B22F71A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414" y="1605275"/>
            <a:ext cx="9779182" cy="411202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 dirty="0"/>
              <a:t>Normalización</a:t>
            </a:r>
          </a:p>
          <a:p>
            <a:r>
              <a:rPr lang="es-MX" sz="2400" dirty="0"/>
              <a:t>La </a:t>
            </a:r>
            <a:r>
              <a:rPr lang="es-MX" sz="2400" b="1" dirty="0"/>
              <a:t>normalización</a:t>
            </a:r>
            <a:r>
              <a:rPr lang="es-MX" sz="2400" dirty="0"/>
              <a:t> es el proceso de organizar los datos para reducir redundancia y evitar inconsistencias.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Tabla sin normalizar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MX" sz="2200" b="1" dirty="0"/>
          </a:p>
          <a:p>
            <a:pPr lvl="1"/>
            <a:endParaRPr lang="es-MX" sz="1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MX" sz="2200" b="1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71A4054-2158-05AC-6193-7E012502E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76001"/>
              </p:ext>
            </p:extLst>
          </p:nvPr>
        </p:nvGraphicFramePr>
        <p:xfrm>
          <a:off x="381000" y="3661289"/>
          <a:ext cx="11430000" cy="146304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3940628935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57529081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254858927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427837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PedidoID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Cliente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Productos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Cantidades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1332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Laptop, Mouse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103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Luis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Teclado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991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Monitor, Cable HDMI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1,3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429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667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659F5-5129-8FF3-B301-38C2B149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CBC5C5C-047E-7189-9DB3-818AACD17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23" y="-64528"/>
            <a:ext cx="9779183" cy="135762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5066FC-8844-32B8-74E0-335581732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464" y="1176650"/>
            <a:ext cx="9779182" cy="411202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 dirty="0"/>
              <a:t>Normalización</a:t>
            </a:r>
          </a:p>
          <a:p>
            <a:r>
              <a:rPr lang="es-MX" sz="2400" dirty="0"/>
              <a:t>La </a:t>
            </a:r>
            <a:r>
              <a:rPr lang="es-MX" sz="2400" b="1" dirty="0"/>
              <a:t>normalización</a:t>
            </a:r>
            <a:r>
              <a:rPr lang="es-MX" sz="2400" dirty="0"/>
              <a:t> es el proceso de organizar los datos para reducir redundancia y evitar inconsistencias.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Primera Forma Normal (1FN):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MX" sz="1400" dirty="0"/>
              <a:t>No hay atributos multivalor.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MX" sz="1400" dirty="0"/>
              <a:t>Cada campo contiene un valor atómico.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MX" sz="2200" b="1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B29CB42-8895-0975-0075-453B4236A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618854"/>
              </p:ext>
            </p:extLst>
          </p:nvPr>
        </p:nvGraphicFramePr>
        <p:xfrm>
          <a:off x="1108623" y="3332639"/>
          <a:ext cx="10270488" cy="2194560"/>
        </p:xfrm>
        <a:graphic>
          <a:graphicData uri="http://schemas.openxmlformats.org/drawingml/2006/table">
            <a:tbl>
              <a:tblPr/>
              <a:tblGrid>
                <a:gridCol w="2567622">
                  <a:extLst>
                    <a:ext uri="{9D8B030D-6E8A-4147-A177-3AD203B41FA5}">
                      <a16:colId xmlns:a16="http://schemas.microsoft.com/office/drawing/2014/main" val="1704443447"/>
                    </a:ext>
                  </a:extLst>
                </a:gridCol>
                <a:gridCol w="2567622">
                  <a:extLst>
                    <a:ext uri="{9D8B030D-6E8A-4147-A177-3AD203B41FA5}">
                      <a16:colId xmlns:a16="http://schemas.microsoft.com/office/drawing/2014/main" val="406238616"/>
                    </a:ext>
                  </a:extLst>
                </a:gridCol>
                <a:gridCol w="2567622">
                  <a:extLst>
                    <a:ext uri="{9D8B030D-6E8A-4147-A177-3AD203B41FA5}">
                      <a16:colId xmlns:a16="http://schemas.microsoft.com/office/drawing/2014/main" val="4183801356"/>
                    </a:ext>
                  </a:extLst>
                </a:gridCol>
                <a:gridCol w="2567622">
                  <a:extLst>
                    <a:ext uri="{9D8B030D-6E8A-4147-A177-3AD203B41FA5}">
                      <a16:colId xmlns:a16="http://schemas.microsoft.com/office/drawing/2014/main" val="366557384"/>
                    </a:ext>
                  </a:extLst>
                </a:gridCol>
              </a:tblGrid>
              <a:tr h="344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PedidoID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Cliente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Producto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Cantidad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845398"/>
                  </a:ext>
                </a:extLst>
              </a:tr>
              <a:tr h="344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Laptop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197115"/>
                  </a:ext>
                </a:extLst>
              </a:tr>
              <a:tr h="344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Mouse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970587"/>
                  </a:ext>
                </a:extLst>
              </a:tr>
              <a:tr h="344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Luis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Teclado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995644"/>
                  </a:ext>
                </a:extLst>
              </a:tr>
              <a:tr h="344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Monitor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769321"/>
                  </a:ext>
                </a:extLst>
              </a:tr>
              <a:tr h="344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Cable HDMI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523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085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A01D5-4D7F-955F-40D9-C5C23C5D6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B394335-1F14-A496-0DC0-A8D2ED097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148" y="97397"/>
            <a:ext cx="9779183" cy="1043300"/>
          </a:xfrm>
        </p:spPr>
        <p:txBody>
          <a:bodyPr rtlCol="0" anchor="b">
            <a:normAutofit fontScale="90000"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885B61-0E2E-38EA-C6DA-86CAC89F1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989" y="1214750"/>
            <a:ext cx="9779182" cy="411202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 dirty="0"/>
              <a:t>Normalización</a:t>
            </a:r>
          </a:p>
          <a:p>
            <a:r>
              <a:rPr lang="es-MX" sz="2400" dirty="0"/>
              <a:t>La </a:t>
            </a:r>
            <a:r>
              <a:rPr lang="es-MX" sz="2400" b="1" dirty="0"/>
              <a:t>normalización</a:t>
            </a:r>
            <a:r>
              <a:rPr lang="es-MX" sz="2400" dirty="0"/>
              <a:t> es el proceso de organizar los datos para reducir redundancia y evitar inconsistencias.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Segunda Forma Normal (2FN):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MX" sz="1800" dirty="0"/>
              <a:t>Todos los atributos dependen completamente de la clave primaria.</a:t>
            </a:r>
            <a:endParaRPr lang="es-MX" sz="18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MX" sz="2200" b="1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651D6FF-B531-EA05-BF29-C44E67B87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914427"/>
              </p:ext>
            </p:extLst>
          </p:nvPr>
        </p:nvGraphicFramePr>
        <p:xfrm>
          <a:off x="523711" y="3703199"/>
          <a:ext cx="4286250" cy="146304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14710038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454897090"/>
                    </a:ext>
                  </a:extLst>
                </a:gridCol>
              </a:tblGrid>
              <a:tr h="292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PedidoID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Cliente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495306"/>
                  </a:ext>
                </a:extLst>
              </a:tr>
              <a:tr h="292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277258"/>
                  </a:ext>
                </a:extLst>
              </a:tr>
              <a:tr h="292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Luis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894260"/>
                  </a:ext>
                </a:extLst>
              </a:tr>
              <a:tr h="292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2449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62B1AAD-08EC-D24B-A52C-1DECB6D6F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878080"/>
              </p:ext>
            </p:extLst>
          </p:nvPr>
        </p:nvGraphicFramePr>
        <p:xfrm>
          <a:off x="5172239" y="3337439"/>
          <a:ext cx="6496050" cy="2194560"/>
        </p:xfrm>
        <a:graphic>
          <a:graphicData uri="http://schemas.openxmlformats.org/drawingml/2006/table">
            <a:tbl>
              <a:tblPr/>
              <a:tblGrid>
                <a:gridCol w="2165350">
                  <a:extLst>
                    <a:ext uri="{9D8B030D-6E8A-4147-A177-3AD203B41FA5}">
                      <a16:colId xmlns:a16="http://schemas.microsoft.com/office/drawing/2014/main" val="1328141527"/>
                    </a:ext>
                  </a:extLst>
                </a:gridCol>
                <a:gridCol w="2165350">
                  <a:extLst>
                    <a:ext uri="{9D8B030D-6E8A-4147-A177-3AD203B41FA5}">
                      <a16:colId xmlns:a16="http://schemas.microsoft.com/office/drawing/2014/main" val="932010274"/>
                    </a:ext>
                  </a:extLst>
                </a:gridCol>
                <a:gridCol w="2165350">
                  <a:extLst>
                    <a:ext uri="{9D8B030D-6E8A-4147-A177-3AD203B41FA5}">
                      <a16:colId xmlns:a16="http://schemas.microsoft.com/office/drawing/2014/main" val="645400436"/>
                    </a:ext>
                  </a:extLst>
                </a:gridCol>
              </a:tblGrid>
              <a:tr h="219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PedidoID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Producto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Cantidad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031959"/>
                  </a:ext>
                </a:extLst>
              </a:tr>
              <a:tr h="219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Laptop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971734"/>
                  </a:ext>
                </a:extLst>
              </a:tr>
              <a:tr h="219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Mouse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215235"/>
                  </a:ext>
                </a:extLst>
              </a:tr>
              <a:tr h="219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Teclado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898023"/>
                  </a:ext>
                </a:extLst>
              </a:tr>
              <a:tr h="219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Monitor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953137"/>
                  </a:ext>
                </a:extLst>
              </a:tr>
              <a:tr h="219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Cable HDMI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951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665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718B8-65A1-E4C1-E511-98ED0A08C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513F5DB-292F-5F4C-52CC-28B350E8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23" y="-139140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9CD3C4-50D0-1F51-F797-11E2E40EA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414" y="1605275"/>
            <a:ext cx="9779182" cy="411202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 dirty="0"/>
              <a:t>Normalización</a:t>
            </a:r>
          </a:p>
          <a:p>
            <a:r>
              <a:rPr lang="es-MX" sz="2400" dirty="0"/>
              <a:t>La </a:t>
            </a:r>
            <a:r>
              <a:rPr lang="es-MX" sz="2400" b="1" dirty="0"/>
              <a:t>normalización</a:t>
            </a:r>
            <a:r>
              <a:rPr lang="es-MX" sz="2400" dirty="0"/>
              <a:t> es el proceso de organizar los datos para reducir redundancia y evitar inconsistencias.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Tercera Forma Normal (3FN):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MX" sz="1800" dirty="0"/>
              <a:t>No hay dependencias transitivas.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MX" sz="1800" dirty="0"/>
              <a:t>Supongamos que aumentamos la tabla y agregamos la ciudad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MX" sz="2200" b="1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6857BE5-6BC5-FC30-1F96-307B0A06ED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583800"/>
              </p:ext>
            </p:extLst>
          </p:nvPr>
        </p:nvGraphicFramePr>
        <p:xfrm>
          <a:off x="3295650" y="4376717"/>
          <a:ext cx="4076700" cy="2007336"/>
        </p:xfrm>
        <a:graphic>
          <a:graphicData uri="http://schemas.openxmlformats.org/drawingml/2006/table">
            <a:tbl>
              <a:tblPr/>
              <a:tblGrid>
                <a:gridCol w="1358900">
                  <a:extLst>
                    <a:ext uri="{9D8B030D-6E8A-4147-A177-3AD203B41FA5}">
                      <a16:colId xmlns:a16="http://schemas.microsoft.com/office/drawing/2014/main" val="603158705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42263928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1757309887"/>
                    </a:ext>
                  </a:extLst>
                </a:gridCol>
              </a:tblGrid>
              <a:tr h="364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 err="1"/>
                        <a:t>PedidoID</a:t>
                      </a:r>
                      <a:endParaRPr lang="es-C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Cliente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Ciudad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16886"/>
                  </a:ext>
                </a:extLst>
              </a:tr>
              <a:tr h="637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San Ramón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061903"/>
                  </a:ext>
                </a:extLst>
              </a:tr>
              <a:tr h="364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Luis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Alajuela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300510"/>
                  </a:ext>
                </a:extLst>
              </a:tr>
              <a:tr h="637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San Ramón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237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8605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04E5A-8E92-08D5-FD13-41A6DAC91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5A471ED-7191-316E-5C73-97023E26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23" y="-139140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9089FF-99A6-36D0-6B40-7792C5B59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414" y="1605275"/>
            <a:ext cx="9779182" cy="411202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200" dirty="0"/>
              <a:t>Normalización</a:t>
            </a:r>
          </a:p>
          <a:p>
            <a:r>
              <a:rPr lang="es-MX" sz="2400" dirty="0"/>
              <a:t>La </a:t>
            </a:r>
            <a:r>
              <a:rPr lang="es-MX" sz="2400" b="1" dirty="0"/>
              <a:t>normalización</a:t>
            </a:r>
            <a:r>
              <a:rPr lang="es-MX" sz="2400" dirty="0"/>
              <a:t> es el proceso de organizar los datos para reducir redundancia y evitar inconsistencias.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b="1" dirty="0"/>
              <a:t>Tercera Forma Normal (3FN):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MX" sz="1800" dirty="0"/>
              <a:t>No hay dependencias transitivas.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s-MX" sz="1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MX" sz="2200" b="1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AB378D3-842A-4CB5-DBFA-0A0D459EB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524880"/>
              </p:ext>
            </p:extLst>
          </p:nvPr>
        </p:nvGraphicFramePr>
        <p:xfrm>
          <a:off x="285750" y="4426015"/>
          <a:ext cx="4133850" cy="1200243"/>
        </p:xfrm>
        <a:graphic>
          <a:graphicData uri="http://schemas.openxmlformats.org/drawingml/2006/table">
            <a:tbl>
              <a:tblPr/>
              <a:tblGrid>
                <a:gridCol w="1377950">
                  <a:extLst>
                    <a:ext uri="{9D8B030D-6E8A-4147-A177-3AD203B41FA5}">
                      <a16:colId xmlns:a16="http://schemas.microsoft.com/office/drawing/2014/main" val="3620424942"/>
                    </a:ext>
                  </a:extLst>
                </a:gridCol>
                <a:gridCol w="1377950">
                  <a:extLst>
                    <a:ext uri="{9D8B030D-6E8A-4147-A177-3AD203B41FA5}">
                      <a16:colId xmlns:a16="http://schemas.microsoft.com/office/drawing/2014/main" val="3749904344"/>
                    </a:ext>
                  </a:extLst>
                </a:gridCol>
                <a:gridCol w="1377950">
                  <a:extLst>
                    <a:ext uri="{9D8B030D-6E8A-4147-A177-3AD203B41FA5}">
                      <a16:colId xmlns:a16="http://schemas.microsoft.com/office/drawing/2014/main" val="4080679601"/>
                    </a:ext>
                  </a:extLst>
                </a:gridCol>
              </a:tblGrid>
              <a:tr h="400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ClienteID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Nombre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Ciudad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170414"/>
                  </a:ext>
                </a:extLst>
              </a:tr>
              <a:tr h="400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San Ramón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361462"/>
                  </a:ext>
                </a:extLst>
              </a:tr>
              <a:tr h="400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Luis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Alajuela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063598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440596B-B812-5963-DE40-4FEF21317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416561"/>
              </p:ext>
            </p:extLst>
          </p:nvPr>
        </p:nvGraphicFramePr>
        <p:xfrm>
          <a:off x="4852987" y="4150034"/>
          <a:ext cx="2486026" cy="1752204"/>
        </p:xfrm>
        <a:graphic>
          <a:graphicData uri="http://schemas.openxmlformats.org/drawingml/2006/table">
            <a:tbl>
              <a:tblPr/>
              <a:tblGrid>
                <a:gridCol w="1243013">
                  <a:extLst>
                    <a:ext uri="{9D8B030D-6E8A-4147-A177-3AD203B41FA5}">
                      <a16:colId xmlns:a16="http://schemas.microsoft.com/office/drawing/2014/main" val="2597287245"/>
                    </a:ext>
                  </a:extLst>
                </a:gridCol>
                <a:gridCol w="1243013">
                  <a:extLst>
                    <a:ext uri="{9D8B030D-6E8A-4147-A177-3AD203B41FA5}">
                      <a16:colId xmlns:a16="http://schemas.microsoft.com/office/drawing/2014/main" val="1147741300"/>
                    </a:ext>
                  </a:extLst>
                </a:gridCol>
              </a:tblGrid>
              <a:tr h="43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 err="1"/>
                        <a:t>PedidoID</a:t>
                      </a:r>
                      <a:endParaRPr lang="es-C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ClienteID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198464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382697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529519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529549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C912F99C-3ED4-837C-593E-56E92470F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072898"/>
              </p:ext>
            </p:extLst>
          </p:nvPr>
        </p:nvGraphicFramePr>
        <p:xfrm>
          <a:off x="7610475" y="3157378"/>
          <a:ext cx="3924300" cy="2468880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3598642487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495690708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350912856"/>
                    </a:ext>
                  </a:extLst>
                </a:gridCol>
              </a:tblGrid>
              <a:tr h="316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PedidoID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Producto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Cantidad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064877"/>
                  </a:ext>
                </a:extLst>
              </a:tr>
              <a:tr h="316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Laptop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588284"/>
                  </a:ext>
                </a:extLst>
              </a:tr>
              <a:tr h="316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Mouse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815123"/>
                  </a:ext>
                </a:extLst>
              </a:tr>
              <a:tr h="316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Teclado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704686"/>
                  </a:ext>
                </a:extLst>
              </a:tr>
              <a:tr h="316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Monitor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869649"/>
                  </a:ext>
                </a:extLst>
              </a:tr>
              <a:tr h="316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Cable HDMI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536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884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CB5B2-3C33-8E72-DF59-94DDAD445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1AF00134-A813-2CD1-2F75-88F527260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7A4147-6851-BDC4-C8CA-7F66FF592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2000" b="1" dirty="0"/>
              <a:t>Laboratorio</a:t>
            </a:r>
            <a:r>
              <a:rPr lang="es-ES" sz="2000" dirty="0"/>
              <a:t>: Normalización de Bases de Datos</a:t>
            </a:r>
            <a:endParaRPr lang="es-MX" sz="2000" dirty="0"/>
          </a:p>
          <a:p>
            <a:r>
              <a:rPr lang="es-MX" sz="2000" dirty="0"/>
              <a:t>Aplicar los conceptos de Primera, Segunda y Tercera Forma Normal (1NF, 2NF y 3NF) para transformar tablas mal diseñadas en un modelo relacional correcto.</a:t>
            </a:r>
          </a:p>
          <a:p>
            <a:r>
              <a:rPr lang="es-MX" sz="2000" b="1" dirty="0"/>
              <a:t>Escenario</a:t>
            </a:r>
          </a:p>
          <a:p>
            <a:r>
              <a:rPr lang="es-MX" sz="2000" dirty="0"/>
              <a:t>Una empresa está desarrollando un sistema de ventas y gestión empresarial, pero las tablas fueron diseñadas sin aplicar normalización.</a:t>
            </a:r>
          </a:p>
          <a:p>
            <a:r>
              <a:rPr lang="es-MX" sz="2000" dirty="0"/>
              <a:t>Tu tarea como ingeniero de software es analizar las tablas y normalizarlas hasta 3FN.</a:t>
            </a:r>
          </a:p>
          <a:p>
            <a:r>
              <a:rPr lang="es-MX" sz="2000" dirty="0"/>
              <a:t>Tabla 1: Pedidos</a:t>
            </a:r>
          </a:p>
          <a:p>
            <a:pPr lvl="2"/>
            <a:endParaRPr lang="es-MX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MX" sz="2000" b="1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776660D8-C5D5-1A61-C147-9CFE3DEF3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69445"/>
              </p:ext>
            </p:extLst>
          </p:nvPr>
        </p:nvGraphicFramePr>
        <p:xfrm>
          <a:off x="602064" y="5098393"/>
          <a:ext cx="11430000" cy="1463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58518998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25460373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74828788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34975392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267607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PedidoID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ClienteNombre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ClienteTelefono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Productos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Cantidades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068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Ana López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88881111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Laptop,Mouse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600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Luis Mora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87772222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Teclado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121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Ana López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88881111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Monitor,Cable HDMI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1,3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139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565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619BF-FC5E-AF34-FA98-B7FA3723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744D85D-2EB2-E783-957C-2050D4F22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9D1AD8-459F-31E2-4FF3-016818167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4833"/>
            <a:ext cx="9779182" cy="928956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MX" sz="2000" dirty="0"/>
              <a:t>Tabla 2: Empleados</a:t>
            </a:r>
          </a:p>
          <a:p>
            <a:pPr lvl="2"/>
            <a:endParaRPr lang="es-MX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MX" sz="2000" b="1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60A4DC6-1275-CB1D-99A8-6C483F389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702439"/>
              </p:ext>
            </p:extLst>
          </p:nvPr>
        </p:nvGraphicFramePr>
        <p:xfrm>
          <a:off x="381000" y="2660538"/>
          <a:ext cx="11430000" cy="146304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199027309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41798122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87685916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514934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EmpleadoID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Nombre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Departamento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DepartamentoTelefono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763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Carlos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Ventas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22001111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733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María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TI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22002222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309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Pedro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Ventas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22001111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326295"/>
                  </a:ext>
                </a:extLst>
              </a:tr>
            </a:tbl>
          </a:graphicData>
        </a:graphic>
      </p:graphicFrame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176EE39-308E-A67E-218F-4A27D1A0AEC7}"/>
              </a:ext>
            </a:extLst>
          </p:cNvPr>
          <p:cNvSpPr txBox="1">
            <a:spLocks/>
          </p:cNvSpPr>
          <p:nvPr/>
        </p:nvSpPr>
        <p:spPr>
          <a:xfrm>
            <a:off x="1002652" y="4234805"/>
            <a:ext cx="9779182" cy="928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 dirty="0"/>
              <a:t>Tabla 3: Cursos</a:t>
            </a:r>
          </a:p>
          <a:p>
            <a:pPr lvl="2"/>
            <a:endParaRPr lang="es-MX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MX" sz="2000" b="1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CE737CC-E587-18DD-1ACA-9CEE906C4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304224"/>
              </p:ext>
            </p:extLst>
          </p:nvPr>
        </p:nvGraphicFramePr>
        <p:xfrm>
          <a:off x="381000" y="4862563"/>
          <a:ext cx="11430000" cy="146304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94486697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374078735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069166717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0740443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CursoID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CursoNombre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ProfesorNombre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ProfesorCorreo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741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Base de 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Juan Pérez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>
                          <a:hlinkClick r:id="rId3"/>
                        </a:rPr>
                        <a:t>juan@uni.edu</a:t>
                      </a:r>
                      <a:endParaRPr lang="es-C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163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Programación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Ana Ruiz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>
                          <a:hlinkClick r:id="rId4"/>
                        </a:rPr>
                        <a:t>ana@uni.edu</a:t>
                      </a:r>
                      <a:endParaRPr lang="es-C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437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Redes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Juan Pérez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>
                          <a:hlinkClick r:id="rId3"/>
                        </a:rPr>
                        <a:t>juan@uni.edu</a:t>
                      </a:r>
                      <a:endParaRPr lang="es-C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324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761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F2189-C54D-38FB-9B21-0DE2625A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0B6E29E3-9DA3-82DD-8AA5-F09F99EC7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Repaso de fundamentos de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127004-BB0C-0A8F-5699-D03681934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4833"/>
            <a:ext cx="9779182" cy="928956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MX" sz="2000" dirty="0"/>
              <a:t>Tabla 4: Inventario</a:t>
            </a:r>
          </a:p>
          <a:p>
            <a:pPr lvl="2"/>
            <a:endParaRPr lang="es-MX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MX" sz="2000" b="1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DD4F559-9C59-9541-010F-8EFD6E5F4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34830"/>
              </p:ext>
            </p:extLst>
          </p:nvPr>
        </p:nvGraphicFramePr>
        <p:xfrm>
          <a:off x="381000" y="2697480"/>
          <a:ext cx="11430000" cy="146304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61150865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149045019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59343227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834248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ProductoID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ProductoNombre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ProveedorNombre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ProveedorTelefono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3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Laptop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TechSupply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5551111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063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Mouse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TechSupply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5551111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21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Monitor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CompuWorld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5552222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429004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C596A91-2E90-479B-8CEE-238B75D603A5}"/>
              </a:ext>
            </a:extLst>
          </p:cNvPr>
          <p:cNvSpPr txBox="1">
            <a:spLocks/>
          </p:cNvSpPr>
          <p:nvPr/>
        </p:nvSpPr>
        <p:spPr>
          <a:xfrm>
            <a:off x="1077297" y="4308689"/>
            <a:ext cx="9779182" cy="928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 dirty="0"/>
              <a:t>Tabla 5: Matrículas</a:t>
            </a:r>
          </a:p>
          <a:p>
            <a:pPr lvl="2"/>
            <a:endParaRPr lang="es-MX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MX" sz="2000" b="1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0017073A-F3AA-96FE-7384-6DF194AE5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112670"/>
              </p:ext>
            </p:extLst>
          </p:nvPr>
        </p:nvGraphicFramePr>
        <p:xfrm>
          <a:off x="381000" y="4654294"/>
          <a:ext cx="11430000" cy="146304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435463705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382483099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26332785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2544318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EstudianteID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EstudianteNombre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CursoID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CursoNombre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22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Laura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Base de 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445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Laura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Programación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7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Carlos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R" dirty="0"/>
                        <a:t>Base de Datos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739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0524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¡Muchas Gracias!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208" y="3685939"/>
            <a:ext cx="8052319" cy="2919512"/>
          </a:xfrm>
        </p:spPr>
        <p:txBody>
          <a:bodyPr rtlCol="0"/>
          <a:lstStyle>
            <a:defPPr>
              <a:defRPr lang="es-ES"/>
            </a:defPPr>
          </a:lstStyle>
          <a:p>
            <a:pPr algn="ctr"/>
            <a:r>
              <a:rPr lang="es-ES" dirty="0"/>
              <a:t>“El éxito no se trata de cuántos campeonatos ganas, se trata de cuánto te has esforzado para alcanzar tu 	máximo potencial.” – Kobe Bryant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420_TF45331398_Win32" id="{C0135C28-68A3-40E4-BC16-4AD80F3EE0C9}" vid="{17F0BC35-05E6-4450-B170-6A0CA2A0F36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universal</Template>
  <TotalTime>127</TotalTime>
  <Words>1524</Words>
  <Application>Microsoft Office PowerPoint</Application>
  <PresentationFormat>Panorámica</PresentationFormat>
  <Paragraphs>362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Tenorite</vt:lpstr>
      <vt:lpstr>Personalizar</vt:lpstr>
      <vt:lpstr>IF-5100 Administración de bases de datos</vt:lpstr>
      <vt:lpstr>Agenda</vt:lpstr>
      <vt:lpstr>Presentación</vt:lpstr>
      <vt:lpstr>Acerca del docente del curso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Repaso de fundamentos de base de datos</vt:lpstr>
      <vt:lpstr>¡Muchas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QUESADA CASTILLO RANDALL JOSUE</dc:creator>
  <cp:lastModifiedBy>QUESADA CASTILLO RANDALL JOSUE</cp:lastModifiedBy>
  <cp:revision>1</cp:revision>
  <dcterms:created xsi:type="dcterms:W3CDTF">2026-03-09T18:31:26Z</dcterms:created>
  <dcterms:modified xsi:type="dcterms:W3CDTF">2026-03-09T20:39:10Z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