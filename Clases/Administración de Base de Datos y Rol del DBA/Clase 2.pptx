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1"/>
  </p:notesMasterIdLst>
  <p:handoutMasterIdLst>
    <p:handoutMasterId r:id="rId32"/>
  </p:handoutMasterIdLst>
  <p:sldIdLst>
    <p:sldId id="256" r:id="rId5"/>
    <p:sldId id="257" r:id="rId6"/>
    <p:sldId id="290" r:id="rId7"/>
    <p:sldId id="304" r:id="rId8"/>
    <p:sldId id="303" r:id="rId9"/>
    <p:sldId id="297" r:id="rId10"/>
    <p:sldId id="305" r:id="rId11"/>
    <p:sldId id="298" r:id="rId12"/>
    <p:sldId id="299" r:id="rId13"/>
    <p:sldId id="300" r:id="rId14"/>
    <p:sldId id="306" r:id="rId15"/>
    <p:sldId id="318" r:id="rId16"/>
    <p:sldId id="319" r:id="rId17"/>
    <p:sldId id="307" r:id="rId18"/>
    <p:sldId id="308" r:id="rId19"/>
    <p:sldId id="320" r:id="rId20"/>
    <p:sldId id="309" r:id="rId21"/>
    <p:sldId id="321" r:id="rId22"/>
    <p:sldId id="322" r:id="rId23"/>
    <p:sldId id="323" r:id="rId24"/>
    <p:sldId id="324" r:id="rId25"/>
    <p:sldId id="325" r:id="rId26"/>
    <p:sldId id="326" r:id="rId27"/>
    <p:sldId id="310" r:id="rId28"/>
    <p:sldId id="327" r:id="rId29"/>
    <p:sldId id="296" r:id="rId30"/>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B1F280-5ACD-482D-826F-0D98CAC31243}" v="128" dt="2026-03-13T18:01:34.012"/>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varScale="1">
        <p:scale>
          <a:sx n="55" d="100"/>
          <a:sy n="55" d="100"/>
        </p:scale>
        <p:origin x="156" y="6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ESADA CASTILLO RANDALL JOSUE" userId="b29aff0c-7e4a-4e11-b3dc-2798a24f161e" providerId="ADAL" clId="{7F2C15F9-14F4-41C9-A6D2-58022218BE9B}"/>
    <pc:docChg chg="undo redo custSel addSld delSld modSld sldOrd">
      <pc:chgData name="QUESADA CASTILLO RANDALL JOSUE" userId="b29aff0c-7e4a-4e11-b3dc-2798a24f161e" providerId="ADAL" clId="{7F2C15F9-14F4-41C9-A6D2-58022218BE9B}" dt="2026-03-13T18:06:58.797" v="1560" actId="20577"/>
      <pc:docMkLst>
        <pc:docMk/>
      </pc:docMkLst>
      <pc:sldChg chg="modSp mod">
        <pc:chgData name="QUESADA CASTILLO RANDALL JOSUE" userId="b29aff0c-7e4a-4e11-b3dc-2798a24f161e" providerId="ADAL" clId="{7F2C15F9-14F4-41C9-A6D2-58022218BE9B}" dt="2026-03-12T21:58:42.782" v="100" actId="20577"/>
        <pc:sldMkLst>
          <pc:docMk/>
          <pc:sldMk cId="2259308896" sldId="256"/>
        </pc:sldMkLst>
        <pc:spChg chg="mod">
          <ac:chgData name="QUESADA CASTILLO RANDALL JOSUE" userId="b29aff0c-7e4a-4e11-b3dc-2798a24f161e" providerId="ADAL" clId="{7F2C15F9-14F4-41C9-A6D2-58022218BE9B}" dt="2026-03-12T21:58:42.782" v="100" actId="20577"/>
          <ac:spMkLst>
            <pc:docMk/>
            <pc:sldMk cId="2259308896" sldId="256"/>
            <ac:spMk id="6" creationId="{BBC0F21F-D25A-E60F-B9DD-8D1C7B7203FF}"/>
          </ac:spMkLst>
        </pc:spChg>
      </pc:sldChg>
      <pc:sldChg chg="addSp modSp mod modClrScheme chgLayout">
        <pc:chgData name="QUESADA CASTILLO RANDALL JOSUE" userId="b29aff0c-7e4a-4e11-b3dc-2798a24f161e" providerId="ADAL" clId="{7F2C15F9-14F4-41C9-A6D2-58022218BE9B}" dt="2026-03-12T22:28:12.591" v="271" actId="26606"/>
        <pc:sldMkLst>
          <pc:docMk/>
          <pc:sldMk cId="1325608595" sldId="257"/>
        </pc:sldMkLst>
        <pc:spChg chg="mod">
          <ac:chgData name="QUESADA CASTILLO RANDALL JOSUE" userId="b29aff0c-7e4a-4e11-b3dc-2798a24f161e" providerId="ADAL" clId="{7F2C15F9-14F4-41C9-A6D2-58022218BE9B}" dt="2026-03-12T22:28:12.591" v="271" actId="26606"/>
          <ac:spMkLst>
            <pc:docMk/>
            <pc:sldMk cId="1325608595" sldId="257"/>
            <ac:spMk id="2" creationId="{912DF434-28DB-4621-A497-D62C41CE0419}"/>
          </ac:spMkLst>
        </pc:spChg>
        <pc:spChg chg="add mod">
          <ac:chgData name="QUESADA CASTILLO RANDALL JOSUE" userId="b29aff0c-7e4a-4e11-b3dc-2798a24f161e" providerId="ADAL" clId="{7F2C15F9-14F4-41C9-A6D2-58022218BE9B}" dt="2026-03-12T22:25:29.325" v="219"/>
          <ac:spMkLst>
            <pc:docMk/>
            <pc:sldMk cId="1325608595" sldId="257"/>
            <ac:spMk id="3" creationId="{6506CE2A-48D3-F007-8260-D547C249E8A3}"/>
          </ac:spMkLst>
        </pc:spChg>
        <pc:spChg chg="add mod">
          <ac:chgData name="QUESADA CASTILLO RANDALL JOSUE" userId="b29aff0c-7e4a-4e11-b3dc-2798a24f161e" providerId="ADAL" clId="{7F2C15F9-14F4-41C9-A6D2-58022218BE9B}" dt="2026-03-12T22:25:37.928" v="223"/>
          <ac:spMkLst>
            <pc:docMk/>
            <pc:sldMk cId="1325608595" sldId="257"/>
            <ac:spMk id="4" creationId="{E31A42BE-61A1-46F5-A6C2-397B3FDA1A32}"/>
          </ac:spMkLst>
        </pc:spChg>
        <pc:graphicFrameChg chg="mod modGraphic">
          <ac:chgData name="QUESADA CASTILLO RANDALL JOSUE" userId="b29aff0c-7e4a-4e11-b3dc-2798a24f161e" providerId="ADAL" clId="{7F2C15F9-14F4-41C9-A6D2-58022218BE9B}" dt="2026-03-12T22:28:12.591" v="271" actId="26606"/>
          <ac:graphicFrameMkLst>
            <pc:docMk/>
            <pc:sldMk cId="1325608595" sldId="257"/>
            <ac:graphicFrameMk id="5" creationId="{C206C54B-6301-7941-014E-AE2DA775D4E4}"/>
          </ac:graphicFrameMkLst>
        </pc:graphicFrameChg>
      </pc:sldChg>
      <pc:sldChg chg="del">
        <pc:chgData name="QUESADA CASTILLO RANDALL JOSUE" userId="b29aff0c-7e4a-4e11-b3dc-2798a24f161e" providerId="ADAL" clId="{7F2C15F9-14F4-41C9-A6D2-58022218BE9B}" dt="2026-03-12T23:07:54.963" v="272" actId="47"/>
        <pc:sldMkLst>
          <pc:docMk/>
          <pc:sldMk cId="3662677160" sldId="286"/>
        </pc:sldMkLst>
      </pc:sldChg>
      <pc:sldChg chg="del">
        <pc:chgData name="QUESADA CASTILLO RANDALL JOSUE" userId="b29aff0c-7e4a-4e11-b3dc-2798a24f161e" providerId="ADAL" clId="{7F2C15F9-14F4-41C9-A6D2-58022218BE9B}" dt="2026-03-12T23:07:57.084" v="273" actId="47"/>
        <pc:sldMkLst>
          <pc:docMk/>
          <pc:sldMk cId="779750606" sldId="288"/>
        </pc:sldMkLst>
      </pc:sldChg>
      <pc:sldChg chg="modSp mod">
        <pc:chgData name="QUESADA CASTILLO RANDALL JOSUE" userId="b29aff0c-7e4a-4e11-b3dc-2798a24f161e" providerId="ADAL" clId="{7F2C15F9-14F4-41C9-A6D2-58022218BE9B}" dt="2026-03-12T23:11:29.395" v="328" actId="14100"/>
        <pc:sldMkLst>
          <pc:docMk/>
          <pc:sldMk cId="1265939620" sldId="290"/>
        </pc:sldMkLst>
        <pc:spChg chg="mod">
          <ac:chgData name="QUESADA CASTILLO RANDALL JOSUE" userId="b29aff0c-7e4a-4e11-b3dc-2798a24f161e" providerId="ADAL" clId="{7F2C15F9-14F4-41C9-A6D2-58022218BE9B}" dt="2026-03-12T23:11:29.395" v="328" actId="14100"/>
          <ac:spMkLst>
            <pc:docMk/>
            <pc:sldMk cId="1265939620" sldId="290"/>
            <ac:spMk id="3" creationId="{D1455C0B-19FB-954B-532A-0A68CAC4E0E4}"/>
          </ac:spMkLst>
        </pc:spChg>
        <pc:spChg chg="mod">
          <ac:chgData name="QUESADA CASTILLO RANDALL JOSUE" userId="b29aff0c-7e4a-4e11-b3dc-2798a24f161e" providerId="ADAL" clId="{7F2C15F9-14F4-41C9-A6D2-58022218BE9B}" dt="2026-03-12T23:09:59.398" v="313" actId="20577"/>
          <ac:spMkLst>
            <pc:docMk/>
            <pc:sldMk cId="1265939620" sldId="290"/>
            <ac:spMk id="6" creationId="{EDF9E134-98AA-3ECE-E40A-180C85ACD7D5}"/>
          </ac:spMkLst>
        </pc:spChg>
        <pc:picChg chg="mod">
          <ac:chgData name="QUESADA CASTILLO RANDALL JOSUE" userId="b29aff0c-7e4a-4e11-b3dc-2798a24f161e" providerId="ADAL" clId="{7F2C15F9-14F4-41C9-A6D2-58022218BE9B}" dt="2026-03-12T23:11:27.823" v="327" actId="1076"/>
          <ac:picMkLst>
            <pc:docMk/>
            <pc:sldMk cId="1265939620" sldId="290"/>
            <ac:picMk id="1040" creationId="{561C5F28-42BA-44B9-D67C-DDE6C84B5A0F}"/>
          </ac:picMkLst>
        </pc:picChg>
      </pc:sldChg>
      <pc:sldChg chg="delSp modSp mod">
        <pc:chgData name="QUESADA CASTILLO RANDALL JOSUE" userId="b29aff0c-7e4a-4e11-b3dc-2798a24f161e" providerId="ADAL" clId="{7F2C15F9-14F4-41C9-A6D2-58022218BE9B}" dt="2026-03-13T01:15:37.010" v="1443" actId="478"/>
        <pc:sldMkLst>
          <pc:docMk/>
          <pc:sldMk cId="1609673525" sldId="296"/>
        </pc:sldMkLst>
        <pc:spChg chg="del mod">
          <ac:chgData name="QUESADA CASTILLO RANDALL JOSUE" userId="b29aff0c-7e4a-4e11-b3dc-2798a24f161e" providerId="ADAL" clId="{7F2C15F9-14F4-41C9-A6D2-58022218BE9B}" dt="2026-03-13T01:15:37.010" v="1443" actId="478"/>
          <ac:spMkLst>
            <pc:docMk/>
            <pc:sldMk cId="1609673525" sldId="296"/>
            <ac:spMk id="5" creationId="{67BB04B7-47A4-741B-59E0-F0E6F2126E8F}"/>
          </ac:spMkLst>
        </pc:spChg>
      </pc:sldChg>
      <pc:sldChg chg="addSp delSp modSp mod">
        <pc:chgData name="QUESADA CASTILLO RANDALL JOSUE" userId="b29aff0c-7e4a-4e11-b3dc-2798a24f161e" providerId="ADAL" clId="{7F2C15F9-14F4-41C9-A6D2-58022218BE9B}" dt="2026-03-12T23:44:34.813" v="445" actId="20577"/>
        <pc:sldMkLst>
          <pc:docMk/>
          <pc:sldMk cId="534254283" sldId="297"/>
        </pc:sldMkLst>
        <pc:spChg chg="del mod">
          <ac:chgData name="QUESADA CASTILLO RANDALL JOSUE" userId="b29aff0c-7e4a-4e11-b3dc-2798a24f161e" providerId="ADAL" clId="{7F2C15F9-14F4-41C9-A6D2-58022218BE9B}" dt="2026-03-12T23:44:13.408" v="430" actId="478"/>
          <ac:spMkLst>
            <pc:docMk/>
            <pc:sldMk cId="534254283" sldId="297"/>
            <ac:spMk id="3" creationId="{A307D20E-D632-0AAF-3A2F-6D5097C03A4F}"/>
          </ac:spMkLst>
        </pc:spChg>
        <pc:spChg chg="add del mod">
          <ac:chgData name="QUESADA CASTILLO RANDALL JOSUE" userId="b29aff0c-7e4a-4e11-b3dc-2798a24f161e" providerId="ADAL" clId="{7F2C15F9-14F4-41C9-A6D2-58022218BE9B}" dt="2026-03-12T23:44:15.325" v="431" actId="478"/>
          <ac:spMkLst>
            <pc:docMk/>
            <pc:sldMk cId="534254283" sldId="297"/>
            <ac:spMk id="5" creationId="{C71670CA-78F1-FD32-200C-AE6BE8380AF5}"/>
          </ac:spMkLst>
        </pc:spChg>
        <pc:spChg chg="mod">
          <ac:chgData name="QUESADA CASTILLO RANDALL JOSUE" userId="b29aff0c-7e4a-4e11-b3dc-2798a24f161e" providerId="ADAL" clId="{7F2C15F9-14F4-41C9-A6D2-58022218BE9B}" dt="2026-03-12T23:43:28.957" v="410" actId="20577"/>
          <ac:spMkLst>
            <pc:docMk/>
            <pc:sldMk cId="534254283" sldId="297"/>
            <ac:spMk id="6" creationId="{1C281668-1FC7-4066-C3DE-72C1F205E459}"/>
          </ac:spMkLst>
        </pc:spChg>
        <pc:graphicFrameChg chg="add mod modGraphic">
          <ac:chgData name="QUESADA CASTILLO RANDALL JOSUE" userId="b29aff0c-7e4a-4e11-b3dc-2798a24f161e" providerId="ADAL" clId="{7F2C15F9-14F4-41C9-A6D2-58022218BE9B}" dt="2026-03-12T23:44:34.813" v="445" actId="20577"/>
          <ac:graphicFrameMkLst>
            <pc:docMk/>
            <pc:sldMk cId="534254283" sldId="297"/>
            <ac:graphicFrameMk id="2" creationId="{20E8BDE6-6E19-7EAD-B6F0-F0179D7139F8}"/>
          </ac:graphicFrameMkLst>
        </pc:graphicFrameChg>
      </pc:sldChg>
      <pc:sldChg chg="addSp modSp mod">
        <pc:chgData name="QUESADA CASTILLO RANDALL JOSUE" userId="b29aff0c-7e4a-4e11-b3dc-2798a24f161e" providerId="ADAL" clId="{7F2C15F9-14F4-41C9-A6D2-58022218BE9B}" dt="2026-03-13T00:00:20.254" v="741" actId="1076"/>
        <pc:sldMkLst>
          <pc:docMk/>
          <pc:sldMk cId="3370611093" sldId="298"/>
        </pc:sldMkLst>
        <pc:spChg chg="add">
          <ac:chgData name="QUESADA CASTILLO RANDALL JOSUE" userId="b29aff0c-7e4a-4e11-b3dc-2798a24f161e" providerId="ADAL" clId="{7F2C15F9-14F4-41C9-A6D2-58022218BE9B}" dt="2026-03-12T23:58:11.673" v="563"/>
          <ac:spMkLst>
            <pc:docMk/>
            <pc:sldMk cId="3370611093" sldId="298"/>
            <ac:spMk id="2" creationId="{9A287B33-1666-49B4-1E11-915B97488E72}"/>
          </ac:spMkLst>
        </pc:spChg>
        <pc:spChg chg="mod">
          <ac:chgData name="QUESADA CASTILLO RANDALL JOSUE" userId="b29aff0c-7e4a-4e11-b3dc-2798a24f161e" providerId="ADAL" clId="{7F2C15F9-14F4-41C9-A6D2-58022218BE9B}" dt="2026-03-13T00:00:20.254" v="741" actId="1076"/>
          <ac:spMkLst>
            <pc:docMk/>
            <pc:sldMk cId="3370611093" sldId="298"/>
            <ac:spMk id="3" creationId="{1A539480-7B0E-CE94-E574-358F325A912A}"/>
          </ac:spMkLst>
        </pc:spChg>
        <pc:spChg chg="mod">
          <ac:chgData name="QUESADA CASTILLO RANDALL JOSUE" userId="b29aff0c-7e4a-4e11-b3dc-2798a24f161e" providerId="ADAL" clId="{7F2C15F9-14F4-41C9-A6D2-58022218BE9B}" dt="2026-03-12T23:57:29.982" v="518" actId="20577"/>
          <ac:spMkLst>
            <pc:docMk/>
            <pc:sldMk cId="3370611093" sldId="298"/>
            <ac:spMk id="6" creationId="{46C489AC-7F56-8132-865C-38EECC630338}"/>
          </ac:spMkLst>
        </pc:spChg>
      </pc:sldChg>
      <pc:sldChg chg="addSp delSp modSp mod">
        <pc:chgData name="QUESADA CASTILLO RANDALL JOSUE" userId="b29aff0c-7e4a-4e11-b3dc-2798a24f161e" providerId="ADAL" clId="{7F2C15F9-14F4-41C9-A6D2-58022218BE9B}" dt="2026-03-13T00:50:05.027" v="851" actId="478"/>
        <pc:sldMkLst>
          <pc:docMk/>
          <pc:sldMk cId="2228047192" sldId="299"/>
        </pc:sldMkLst>
        <pc:spChg chg="del mod">
          <ac:chgData name="QUESADA CASTILLO RANDALL JOSUE" userId="b29aff0c-7e4a-4e11-b3dc-2798a24f161e" providerId="ADAL" clId="{7F2C15F9-14F4-41C9-A6D2-58022218BE9B}" dt="2026-03-13T00:16:33.935" v="846" actId="26606"/>
          <ac:spMkLst>
            <pc:docMk/>
            <pc:sldMk cId="2228047192" sldId="299"/>
            <ac:spMk id="3" creationId="{F74232E9-8F42-E118-26DB-11EC918E9FDC}"/>
          </ac:spMkLst>
        </pc:spChg>
        <pc:spChg chg="mod">
          <ac:chgData name="QUESADA CASTILLO RANDALL JOSUE" userId="b29aff0c-7e4a-4e11-b3dc-2798a24f161e" providerId="ADAL" clId="{7F2C15F9-14F4-41C9-A6D2-58022218BE9B}" dt="2026-03-13T00:50:02.374" v="850" actId="20577"/>
          <ac:spMkLst>
            <pc:docMk/>
            <pc:sldMk cId="2228047192" sldId="299"/>
            <ac:spMk id="6" creationId="{0D121832-DBE1-7B86-6879-70B675810293}"/>
          </ac:spMkLst>
        </pc:spChg>
        <pc:graphicFrameChg chg="add mod">
          <ac:chgData name="QUESADA CASTILLO RANDALL JOSUE" userId="b29aff0c-7e4a-4e11-b3dc-2798a24f161e" providerId="ADAL" clId="{7F2C15F9-14F4-41C9-A6D2-58022218BE9B}" dt="2026-03-13T00:50:05.027" v="851" actId="478"/>
          <ac:graphicFrameMkLst>
            <pc:docMk/>
            <pc:sldMk cId="2228047192" sldId="299"/>
            <ac:graphicFrameMk id="8" creationId="{A2E1C896-B54F-A0F2-A296-1FC481E4C5A0}"/>
          </ac:graphicFrameMkLst>
        </pc:graphicFrameChg>
      </pc:sldChg>
      <pc:sldChg chg="addSp delSp modSp mod modClrScheme chgLayout">
        <pc:chgData name="QUESADA CASTILLO RANDALL JOSUE" userId="b29aff0c-7e4a-4e11-b3dc-2798a24f161e" providerId="ADAL" clId="{7F2C15F9-14F4-41C9-A6D2-58022218BE9B}" dt="2026-03-13T00:50:16.457" v="855" actId="20577"/>
        <pc:sldMkLst>
          <pc:docMk/>
          <pc:sldMk cId="1489114565" sldId="300"/>
        </pc:sldMkLst>
        <pc:spChg chg="add del mod">
          <ac:chgData name="QUESADA CASTILLO RANDALL JOSUE" userId="b29aff0c-7e4a-4e11-b3dc-2798a24f161e" providerId="ADAL" clId="{7F2C15F9-14F4-41C9-A6D2-58022218BE9B}" dt="2026-03-13T00:16:26.959" v="845" actId="26606"/>
          <ac:spMkLst>
            <pc:docMk/>
            <pc:sldMk cId="1489114565" sldId="300"/>
            <ac:spMk id="3" creationId="{D1641BD3-CD85-264B-81E7-2EE0A4460768}"/>
          </ac:spMkLst>
        </pc:spChg>
        <pc:spChg chg="mod">
          <ac:chgData name="QUESADA CASTILLO RANDALL JOSUE" userId="b29aff0c-7e4a-4e11-b3dc-2798a24f161e" providerId="ADAL" clId="{7F2C15F9-14F4-41C9-A6D2-58022218BE9B}" dt="2026-03-13T00:50:14.065" v="854"/>
          <ac:spMkLst>
            <pc:docMk/>
            <pc:sldMk cId="1489114565" sldId="300"/>
            <ac:spMk id="6" creationId="{FE0BE035-B455-7E2A-C491-7E78FC2EA08D}"/>
          </ac:spMkLst>
        </pc:spChg>
        <pc:spChg chg="add mod">
          <ac:chgData name="QUESADA CASTILLO RANDALL JOSUE" userId="b29aff0c-7e4a-4e11-b3dc-2798a24f161e" providerId="ADAL" clId="{7F2C15F9-14F4-41C9-A6D2-58022218BE9B}" dt="2026-03-13T00:50:16.457" v="855" actId="20577"/>
          <ac:spMkLst>
            <pc:docMk/>
            <pc:sldMk cId="1489114565" sldId="300"/>
            <ac:spMk id="10" creationId="{D1641BD3-CD85-264B-81E7-2EE0A4460768}"/>
          </ac:spMkLst>
        </pc:spChg>
        <pc:graphicFrameChg chg="add del">
          <ac:chgData name="QUESADA CASTILLO RANDALL JOSUE" userId="b29aff0c-7e4a-4e11-b3dc-2798a24f161e" providerId="ADAL" clId="{7F2C15F9-14F4-41C9-A6D2-58022218BE9B}" dt="2026-03-13T00:16:26.958" v="844" actId="26606"/>
          <ac:graphicFrameMkLst>
            <pc:docMk/>
            <pc:sldMk cId="1489114565" sldId="300"/>
            <ac:graphicFrameMk id="8" creationId="{E11AA252-EA49-1C10-EFD9-485445D7F24F}"/>
          </ac:graphicFrameMkLst>
        </pc:graphicFrameChg>
      </pc:sldChg>
      <pc:sldChg chg="addSp delSp modSp mod modClrScheme chgLayout">
        <pc:chgData name="QUESADA CASTILLO RANDALL JOSUE" userId="b29aff0c-7e4a-4e11-b3dc-2798a24f161e" providerId="ADAL" clId="{7F2C15F9-14F4-41C9-A6D2-58022218BE9B}" dt="2026-03-12T23:40:16.544" v="385" actId="2085"/>
        <pc:sldMkLst>
          <pc:docMk/>
          <pc:sldMk cId="1072612858" sldId="303"/>
        </pc:sldMkLst>
        <pc:spChg chg="del mod">
          <ac:chgData name="QUESADA CASTILLO RANDALL JOSUE" userId="b29aff0c-7e4a-4e11-b3dc-2798a24f161e" providerId="ADAL" clId="{7F2C15F9-14F4-41C9-A6D2-58022218BE9B}" dt="2026-03-12T23:38:48.806" v="360" actId="478"/>
          <ac:spMkLst>
            <pc:docMk/>
            <pc:sldMk cId="1072612858" sldId="303"/>
            <ac:spMk id="3" creationId="{D786313C-96C6-999B-707F-C2D144585C27}"/>
          </ac:spMkLst>
        </pc:spChg>
        <pc:spChg chg="add del mod">
          <ac:chgData name="QUESADA CASTILLO RANDALL JOSUE" userId="b29aff0c-7e4a-4e11-b3dc-2798a24f161e" providerId="ADAL" clId="{7F2C15F9-14F4-41C9-A6D2-58022218BE9B}" dt="2026-03-12T23:38:53.998" v="361" actId="478"/>
          <ac:spMkLst>
            <pc:docMk/>
            <pc:sldMk cId="1072612858" sldId="303"/>
            <ac:spMk id="4" creationId="{2F4DBD7C-3FC4-B55D-4E64-2DD94889A873}"/>
          </ac:spMkLst>
        </pc:spChg>
        <pc:spChg chg="mod">
          <ac:chgData name="QUESADA CASTILLO RANDALL JOSUE" userId="b29aff0c-7e4a-4e11-b3dc-2798a24f161e" providerId="ADAL" clId="{7F2C15F9-14F4-41C9-A6D2-58022218BE9B}" dt="2026-03-12T23:39:32.219" v="379" actId="1076"/>
          <ac:spMkLst>
            <pc:docMk/>
            <pc:sldMk cId="1072612858" sldId="303"/>
            <ac:spMk id="6" creationId="{5CC27B0F-5BBD-BC37-D9ED-578D6E1EB31C}"/>
          </ac:spMkLst>
        </pc:spChg>
        <pc:spChg chg="add mod">
          <ac:chgData name="QUESADA CASTILLO RANDALL JOSUE" userId="b29aff0c-7e4a-4e11-b3dc-2798a24f161e" providerId="ADAL" clId="{7F2C15F9-14F4-41C9-A6D2-58022218BE9B}" dt="2026-03-12T23:40:16.544" v="385" actId="2085"/>
          <ac:spMkLst>
            <pc:docMk/>
            <pc:sldMk cId="1072612858" sldId="303"/>
            <ac:spMk id="7" creationId="{74F96F01-2D21-274A-091B-AEADE5483D79}"/>
          </ac:spMkLst>
        </pc:spChg>
        <pc:picChg chg="add mod">
          <ac:chgData name="QUESADA CASTILLO RANDALL JOSUE" userId="b29aff0c-7e4a-4e11-b3dc-2798a24f161e" providerId="ADAL" clId="{7F2C15F9-14F4-41C9-A6D2-58022218BE9B}" dt="2026-03-12T23:39:35.893" v="382" actId="1076"/>
          <ac:picMkLst>
            <pc:docMk/>
            <pc:sldMk cId="1072612858" sldId="303"/>
            <ac:picMk id="5" creationId="{97EC6E3F-5B6E-C51F-4735-47D535BE749B}"/>
          </ac:picMkLst>
        </pc:picChg>
        <pc:picChg chg="del">
          <ac:chgData name="QUESADA CASTILLO RANDALL JOSUE" userId="b29aff0c-7e4a-4e11-b3dc-2798a24f161e" providerId="ADAL" clId="{7F2C15F9-14F4-41C9-A6D2-58022218BE9B}" dt="2026-03-12T23:38:03.741" v="357" actId="478"/>
          <ac:picMkLst>
            <pc:docMk/>
            <pc:sldMk cId="1072612858" sldId="303"/>
            <ac:picMk id="1026" creationId="{E3BBD515-1759-A48A-82CC-E1E3EDD221E4}"/>
          </ac:picMkLst>
        </pc:picChg>
        <pc:picChg chg="del">
          <ac:chgData name="QUESADA CASTILLO RANDALL JOSUE" userId="b29aff0c-7e4a-4e11-b3dc-2798a24f161e" providerId="ADAL" clId="{7F2C15F9-14F4-41C9-A6D2-58022218BE9B}" dt="2026-03-12T23:38:03.197" v="356" actId="478"/>
          <ac:picMkLst>
            <pc:docMk/>
            <pc:sldMk cId="1072612858" sldId="303"/>
            <ac:picMk id="1034" creationId="{DED67EDF-C63B-4100-C3F7-DD5E8B8CAD83}"/>
          </ac:picMkLst>
        </pc:picChg>
        <pc:picChg chg="del">
          <ac:chgData name="QUESADA CASTILLO RANDALL JOSUE" userId="b29aff0c-7e4a-4e11-b3dc-2798a24f161e" providerId="ADAL" clId="{7F2C15F9-14F4-41C9-A6D2-58022218BE9B}" dt="2026-03-12T23:38:02.717" v="355" actId="478"/>
          <ac:picMkLst>
            <pc:docMk/>
            <pc:sldMk cId="1072612858" sldId="303"/>
            <ac:picMk id="1036" creationId="{D6EA740F-65AC-DFE0-704C-E4EF27695629}"/>
          </ac:picMkLst>
        </pc:picChg>
      </pc:sldChg>
      <pc:sldChg chg="modSp mod">
        <pc:chgData name="QUESADA CASTILLO RANDALL JOSUE" userId="b29aff0c-7e4a-4e11-b3dc-2798a24f161e" providerId="ADAL" clId="{7F2C15F9-14F4-41C9-A6D2-58022218BE9B}" dt="2026-03-12T23:36:35.663" v="353" actId="14100"/>
        <pc:sldMkLst>
          <pc:docMk/>
          <pc:sldMk cId="2477588734" sldId="304"/>
        </pc:sldMkLst>
        <pc:spChg chg="mod">
          <ac:chgData name="QUESADA CASTILLO RANDALL JOSUE" userId="b29aff0c-7e4a-4e11-b3dc-2798a24f161e" providerId="ADAL" clId="{7F2C15F9-14F4-41C9-A6D2-58022218BE9B}" dt="2026-03-12T23:36:35.663" v="353" actId="14100"/>
          <ac:spMkLst>
            <pc:docMk/>
            <pc:sldMk cId="2477588734" sldId="304"/>
            <ac:spMk id="3" creationId="{40644860-3D76-42DE-1EB3-A414A76FABB0}"/>
          </ac:spMkLst>
        </pc:spChg>
        <pc:spChg chg="mod">
          <ac:chgData name="QUESADA CASTILLO RANDALL JOSUE" userId="b29aff0c-7e4a-4e11-b3dc-2798a24f161e" providerId="ADAL" clId="{7F2C15F9-14F4-41C9-A6D2-58022218BE9B}" dt="2026-03-12T23:36:05.784" v="329"/>
          <ac:spMkLst>
            <pc:docMk/>
            <pc:sldMk cId="2477588734" sldId="304"/>
            <ac:spMk id="6" creationId="{CAF86DCB-B2AC-1579-F17B-E0E93C19A913}"/>
          </ac:spMkLst>
        </pc:spChg>
        <pc:picChg chg="mod">
          <ac:chgData name="QUESADA CASTILLO RANDALL JOSUE" userId="b29aff0c-7e4a-4e11-b3dc-2798a24f161e" providerId="ADAL" clId="{7F2C15F9-14F4-41C9-A6D2-58022218BE9B}" dt="2026-03-12T23:36:33.994" v="352" actId="1076"/>
          <ac:picMkLst>
            <pc:docMk/>
            <pc:sldMk cId="2477588734" sldId="304"/>
            <ac:picMk id="1040" creationId="{CCCD3A57-B19D-0F3D-5446-547E5F11CB22}"/>
          </ac:picMkLst>
        </pc:picChg>
      </pc:sldChg>
      <pc:sldChg chg="addSp delSp modSp mod">
        <pc:chgData name="QUESADA CASTILLO RANDALL JOSUE" userId="b29aff0c-7e4a-4e11-b3dc-2798a24f161e" providerId="ADAL" clId="{7F2C15F9-14F4-41C9-A6D2-58022218BE9B}" dt="2026-03-12T23:49:32.424" v="479" actId="1076"/>
        <pc:sldMkLst>
          <pc:docMk/>
          <pc:sldMk cId="1530902541" sldId="305"/>
        </pc:sldMkLst>
        <pc:spChg chg="del">
          <ac:chgData name="QUESADA CASTILLO RANDALL JOSUE" userId="b29aff0c-7e4a-4e11-b3dc-2798a24f161e" providerId="ADAL" clId="{7F2C15F9-14F4-41C9-A6D2-58022218BE9B}" dt="2026-03-12T23:48:41.369" v="472" actId="478"/>
          <ac:spMkLst>
            <pc:docMk/>
            <pc:sldMk cId="1530902541" sldId="305"/>
            <ac:spMk id="3" creationId="{B4064D53-05C1-46AD-7959-14A0B6B800E0}"/>
          </ac:spMkLst>
        </pc:spChg>
        <pc:spChg chg="add del mod">
          <ac:chgData name="QUESADA CASTILLO RANDALL JOSUE" userId="b29aff0c-7e4a-4e11-b3dc-2798a24f161e" providerId="ADAL" clId="{7F2C15F9-14F4-41C9-A6D2-58022218BE9B}" dt="2026-03-12T23:48:42.583" v="473" actId="478"/>
          <ac:spMkLst>
            <pc:docMk/>
            <pc:sldMk cId="1530902541" sldId="305"/>
            <ac:spMk id="4" creationId="{A96C0A38-77C0-1F7C-5F38-6996A13AA358}"/>
          </ac:spMkLst>
        </pc:spChg>
        <pc:spChg chg="mod">
          <ac:chgData name="QUESADA CASTILLO RANDALL JOSUE" userId="b29aff0c-7e4a-4e11-b3dc-2798a24f161e" providerId="ADAL" clId="{7F2C15F9-14F4-41C9-A6D2-58022218BE9B}" dt="2026-03-12T23:49:02.423" v="477" actId="1076"/>
          <ac:spMkLst>
            <pc:docMk/>
            <pc:sldMk cId="1530902541" sldId="305"/>
            <ac:spMk id="6" creationId="{98C38955-C3D3-9C5D-6C65-78F42A9B7DA2}"/>
          </ac:spMkLst>
        </pc:spChg>
        <pc:picChg chg="add">
          <ac:chgData name="QUESADA CASTILLO RANDALL JOSUE" userId="b29aff0c-7e4a-4e11-b3dc-2798a24f161e" providerId="ADAL" clId="{7F2C15F9-14F4-41C9-A6D2-58022218BE9B}" dt="2026-03-12T23:48:43.720" v="474"/>
          <ac:picMkLst>
            <pc:docMk/>
            <pc:sldMk cId="1530902541" sldId="305"/>
            <ac:picMk id="3074" creationId="{97FAB904-65B5-89A2-B628-AEB64352F9AB}"/>
          </ac:picMkLst>
        </pc:picChg>
        <pc:picChg chg="add mod">
          <ac:chgData name="QUESADA CASTILLO RANDALL JOSUE" userId="b29aff0c-7e4a-4e11-b3dc-2798a24f161e" providerId="ADAL" clId="{7F2C15F9-14F4-41C9-A6D2-58022218BE9B}" dt="2026-03-12T23:49:32.424" v="479" actId="1076"/>
          <ac:picMkLst>
            <pc:docMk/>
            <pc:sldMk cId="1530902541" sldId="305"/>
            <ac:picMk id="3076" creationId="{2F0D993C-E5E3-3E9C-4034-89A7067FD566}"/>
          </ac:picMkLst>
        </pc:picChg>
      </pc:sldChg>
      <pc:sldChg chg="delSp modSp mod">
        <pc:chgData name="QUESADA CASTILLO RANDALL JOSUE" userId="b29aff0c-7e4a-4e11-b3dc-2798a24f161e" providerId="ADAL" clId="{7F2C15F9-14F4-41C9-A6D2-58022218BE9B}" dt="2026-03-13T00:51:22.653" v="949" actId="1076"/>
        <pc:sldMkLst>
          <pc:docMk/>
          <pc:sldMk cId="2287053028" sldId="306"/>
        </pc:sldMkLst>
        <pc:spChg chg="mod">
          <ac:chgData name="QUESADA CASTILLO RANDALL JOSUE" userId="b29aff0c-7e4a-4e11-b3dc-2798a24f161e" providerId="ADAL" clId="{7F2C15F9-14F4-41C9-A6D2-58022218BE9B}" dt="2026-03-13T00:51:22.653" v="949" actId="1076"/>
          <ac:spMkLst>
            <pc:docMk/>
            <pc:sldMk cId="2287053028" sldId="306"/>
            <ac:spMk id="3" creationId="{D630D4A7-17D1-72D1-1F3D-52B4F70A3905}"/>
          </ac:spMkLst>
        </pc:spChg>
        <pc:spChg chg="mod">
          <ac:chgData name="QUESADA CASTILLO RANDALL JOSUE" userId="b29aff0c-7e4a-4e11-b3dc-2798a24f161e" providerId="ADAL" clId="{7F2C15F9-14F4-41C9-A6D2-58022218BE9B}" dt="2026-03-13T00:50:42.497" v="884" actId="20577"/>
          <ac:spMkLst>
            <pc:docMk/>
            <pc:sldMk cId="2287053028" sldId="306"/>
            <ac:spMk id="6" creationId="{37FD0E0C-A11F-0A8F-90F4-33C6788EBD4A}"/>
          </ac:spMkLst>
        </pc:spChg>
        <pc:picChg chg="del mod">
          <ac:chgData name="QUESADA CASTILLO RANDALL JOSUE" userId="b29aff0c-7e4a-4e11-b3dc-2798a24f161e" providerId="ADAL" clId="{7F2C15F9-14F4-41C9-A6D2-58022218BE9B}" dt="2026-03-13T00:50:44.045" v="885" actId="478"/>
          <ac:picMkLst>
            <pc:docMk/>
            <pc:sldMk cId="2287053028" sldId="306"/>
            <ac:picMk id="11266" creationId="{E49B2C8F-E3C6-DA3B-E922-B32EE0695D3A}"/>
          </ac:picMkLst>
        </pc:picChg>
        <pc:picChg chg="del mod">
          <ac:chgData name="QUESADA CASTILLO RANDALL JOSUE" userId="b29aff0c-7e4a-4e11-b3dc-2798a24f161e" providerId="ADAL" clId="{7F2C15F9-14F4-41C9-A6D2-58022218BE9B}" dt="2026-03-13T00:50:46.775" v="887" actId="478"/>
          <ac:picMkLst>
            <pc:docMk/>
            <pc:sldMk cId="2287053028" sldId="306"/>
            <ac:picMk id="11268" creationId="{63B7CFDD-6AF9-0967-8B48-20E5EA71D64A}"/>
          </ac:picMkLst>
        </pc:picChg>
        <pc:picChg chg="del mod">
          <ac:chgData name="QUESADA CASTILLO RANDALL JOSUE" userId="b29aff0c-7e4a-4e11-b3dc-2798a24f161e" providerId="ADAL" clId="{7F2C15F9-14F4-41C9-A6D2-58022218BE9B}" dt="2026-03-13T00:50:45.385" v="886" actId="478"/>
          <ac:picMkLst>
            <pc:docMk/>
            <pc:sldMk cId="2287053028" sldId="306"/>
            <ac:picMk id="11270" creationId="{4761CEEC-21AE-7A6F-08EF-23DF9410F1C6}"/>
          </ac:picMkLst>
        </pc:picChg>
      </pc:sldChg>
      <pc:sldChg chg="addSp modSp mod modClrScheme chgLayout">
        <pc:chgData name="QUESADA CASTILLO RANDALL JOSUE" userId="b29aff0c-7e4a-4e11-b3dc-2798a24f161e" providerId="ADAL" clId="{7F2C15F9-14F4-41C9-A6D2-58022218BE9B}" dt="2026-03-13T01:02:27.113" v="1222" actId="1076"/>
        <pc:sldMkLst>
          <pc:docMk/>
          <pc:sldMk cId="3273509390" sldId="307"/>
        </pc:sldMkLst>
        <pc:spChg chg="mod">
          <ac:chgData name="QUESADA CASTILLO RANDALL JOSUE" userId="b29aff0c-7e4a-4e11-b3dc-2798a24f161e" providerId="ADAL" clId="{7F2C15F9-14F4-41C9-A6D2-58022218BE9B}" dt="2026-03-13T01:02:23.068" v="1221" actId="14100"/>
          <ac:spMkLst>
            <pc:docMk/>
            <pc:sldMk cId="3273509390" sldId="307"/>
            <ac:spMk id="3" creationId="{13CF2EA0-7111-1459-793C-5B5581784C33}"/>
          </ac:spMkLst>
        </pc:spChg>
        <pc:spChg chg="mod">
          <ac:chgData name="QUESADA CASTILLO RANDALL JOSUE" userId="b29aff0c-7e4a-4e11-b3dc-2798a24f161e" providerId="ADAL" clId="{7F2C15F9-14F4-41C9-A6D2-58022218BE9B}" dt="2026-03-13T01:02:15.670" v="1216" actId="26606"/>
          <ac:spMkLst>
            <pc:docMk/>
            <pc:sldMk cId="3273509390" sldId="307"/>
            <ac:spMk id="6" creationId="{D7D91E23-65BE-C7C2-1E1F-4E8E4D6E1D92}"/>
          </ac:spMkLst>
        </pc:spChg>
        <pc:picChg chg="add mod">
          <ac:chgData name="QUESADA CASTILLO RANDALL JOSUE" userId="b29aff0c-7e4a-4e11-b3dc-2798a24f161e" providerId="ADAL" clId="{7F2C15F9-14F4-41C9-A6D2-58022218BE9B}" dt="2026-03-13T01:02:27.113" v="1222" actId="1076"/>
          <ac:picMkLst>
            <pc:docMk/>
            <pc:sldMk cId="3273509390" sldId="307"/>
            <ac:picMk id="7170" creationId="{4BEDADEE-D474-9FB2-2A04-F3E35DDA67E3}"/>
          </ac:picMkLst>
        </pc:picChg>
      </pc:sldChg>
      <pc:sldChg chg="addSp modSp mod">
        <pc:chgData name="QUESADA CASTILLO RANDALL JOSUE" userId="b29aff0c-7e4a-4e11-b3dc-2798a24f161e" providerId="ADAL" clId="{7F2C15F9-14F4-41C9-A6D2-58022218BE9B}" dt="2026-03-13T01:08:08.421" v="1259" actId="1076"/>
        <pc:sldMkLst>
          <pc:docMk/>
          <pc:sldMk cId="3806661968" sldId="308"/>
        </pc:sldMkLst>
        <pc:spChg chg="mod">
          <ac:chgData name="QUESADA CASTILLO RANDALL JOSUE" userId="b29aff0c-7e4a-4e11-b3dc-2798a24f161e" providerId="ADAL" clId="{7F2C15F9-14F4-41C9-A6D2-58022218BE9B}" dt="2026-03-13T01:03:39.115" v="1250" actId="123"/>
          <ac:spMkLst>
            <pc:docMk/>
            <pc:sldMk cId="3806661968" sldId="308"/>
            <ac:spMk id="3" creationId="{DFE462CC-DDB1-E042-82CB-3E38D03DA393}"/>
          </ac:spMkLst>
        </pc:spChg>
        <pc:spChg chg="add mod">
          <ac:chgData name="QUESADA CASTILLO RANDALL JOSUE" userId="b29aff0c-7e4a-4e11-b3dc-2798a24f161e" providerId="ADAL" clId="{7F2C15F9-14F4-41C9-A6D2-58022218BE9B}" dt="2026-03-13T01:06:48.432" v="1256" actId="14100"/>
          <ac:spMkLst>
            <pc:docMk/>
            <pc:sldMk cId="3806661968" sldId="308"/>
            <ac:spMk id="4" creationId="{B4A60B4F-3187-302C-1F1F-505ACCDA64AC}"/>
          </ac:spMkLst>
        </pc:spChg>
        <pc:spChg chg="mod">
          <ac:chgData name="QUESADA CASTILLO RANDALL JOSUE" userId="b29aff0c-7e4a-4e11-b3dc-2798a24f161e" providerId="ADAL" clId="{7F2C15F9-14F4-41C9-A6D2-58022218BE9B}" dt="2026-03-13T01:08:08.421" v="1259" actId="1076"/>
          <ac:spMkLst>
            <pc:docMk/>
            <pc:sldMk cId="3806661968" sldId="308"/>
            <ac:spMk id="6" creationId="{249EE2E9-9F11-1B40-28E3-35429DD970A6}"/>
          </ac:spMkLst>
        </pc:spChg>
      </pc:sldChg>
      <pc:sldChg chg="modSp mod">
        <pc:chgData name="QUESADA CASTILLO RANDALL JOSUE" userId="b29aff0c-7e4a-4e11-b3dc-2798a24f161e" providerId="ADAL" clId="{7F2C15F9-14F4-41C9-A6D2-58022218BE9B}" dt="2026-03-13T01:09:04.622" v="1275" actId="1076"/>
        <pc:sldMkLst>
          <pc:docMk/>
          <pc:sldMk cId="1346796032" sldId="309"/>
        </pc:sldMkLst>
        <pc:spChg chg="mod">
          <ac:chgData name="QUESADA CASTILLO RANDALL JOSUE" userId="b29aff0c-7e4a-4e11-b3dc-2798a24f161e" providerId="ADAL" clId="{7F2C15F9-14F4-41C9-A6D2-58022218BE9B}" dt="2026-03-13T01:09:04.622" v="1275" actId="1076"/>
          <ac:spMkLst>
            <pc:docMk/>
            <pc:sldMk cId="1346796032" sldId="309"/>
            <ac:spMk id="3" creationId="{992AFD97-F690-AB0D-092A-AAEFCC81F739}"/>
          </ac:spMkLst>
        </pc:spChg>
        <pc:spChg chg="mod">
          <ac:chgData name="QUESADA CASTILLO RANDALL JOSUE" userId="b29aff0c-7e4a-4e11-b3dc-2798a24f161e" providerId="ADAL" clId="{7F2C15F9-14F4-41C9-A6D2-58022218BE9B}" dt="2026-03-13T01:08:54.372" v="1272" actId="20577"/>
          <ac:spMkLst>
            <pc:docMk/>
            <pc:sldMk cId="1346796032" sldId="309"/>
            <ac:spMk id="6" creationId="{F29B9EF8-1432-EE5A-17CE-67C73773C67C}"/>
          </ac:spMkLst>
        </pc:spChg>
      </pc:sldChg>
      <pc:sldChg chg="delSp modSp mod">
        <pc:chgData name="QUESADA CASTILLO RANDALL JOSUE" userId="b29aff0c-7e4a-4e11-b3dc-2798a24f161e" providerId="ADAL" clId="{7F2C15F9-14F4-41C9-A6D2-58022218BE9B}" dt="2026-03-13T18:06:58.797" v="1560" actId="20577"/>
        <pc:sldMkLst>
          <pc:docMk/>
          <pc:sldMk cId="2385667621" sldId="310"/>
        </pc:sldMkLst>
        <pc:spChg chg="mod">
          <ac:chgData name="QUESADA CASTILLO RANDALL JOSUE" userId="b29aff0c-7e4a-4e11-b3dc-2798a24f161e" providerId="ADAL" clId="{7F2C15F9-14F4-41C9-A6D2-58022218BE9B}" dt="2026-03-13T18:06:58.797" v="1560" actId="20577"/>
          <ac:spMkLst>
            <pc:docMk/>
            <pc:sldMk cId="2385667621" sldId="310"/>
            <ac:spMk id="3" creationId="{E1168A5B-68CC-F7A6-2D3C-85B22F71A263}"/>
          </ac:spMkLst>
        </pc:spChg>
        <pc:spChg chg="mod">
          <ac:chgData name="QUESADA CASTILLO RANDALL JOSUE" userId="b29aff0c-7e4a-4e11-b3dc-2798a24f161e" providerId="ADAL" clId="{7F2C15F9-14F4-41C9-A6D2-58022218BE9B}" dt="2026-03-13T01:16:01.888" v="1445" actId="1076"/>
          <ac:spMkLst>
            <pc:docMk/>
            <pc:sldMk cId="2385667621" sldId="310"/>
            <ac:spMk id="6" creationId="{CA33F57F-E28E-BDE5-7295-009194F583FD}"/>
          </ac:spMkLst>
        </pc:spChg>
        <pc:graphicFrameChg chg="del">
          <ac:chgData name="QUESADA CASTILLO RANDALL JOSUE" userId="b29aff0c-7e4a-4e11-b3dc-2798a24f161e" providerId="ADAL" clId="{7F2C15F9-14F4-41C9-A6D2-58022218BE9B}" dt="2026-03-13T01:13:11.777" v="1431" actId="478"/>
          <ac:graphicFrameMkLst>
            <pc:docMk/>
            <pc:sldMk cId="2385667621" sldId="310"/>
            <ac:graphicFrameMk id="2" creationId="{D71A4054-2158-05AC-6193-7E012502EFD8}"/>
          </ac:graphicFrameMkLst>
        </pc:graphicFrameChg>
      </pc:sldChg>
      <pc:sldChg chg="del">
        <pc:chgData name="QUESADA CASTILLO RANDALL JOSUE" userId="b29aff0c-7e4a-4e11-b3dc-2798a24f161e" providerId="ADAL" clId="{7F2C15F9-14F4-41C9-A6D2-58022218BE9B}" dt="2026-03-13T01:15:22.895" v="1435" actId="47"/>
        <pc:sldMkLst>
          <pc:docMk/>
          <pc:sldMk cId="3776085068" sldId="311"/>
        </pc:sldMkLst>
      </pc:sldChg>
      <pc:sldChg chg="del">
        <pc:chgData name="QUESADA CASTILLO RANDALL JOSUE" userId="b29aff0c-7e4a-4e11-b3dc-2798a24f161e" providerId="ADAL" clId="{7F2C15F9-14F4-41C9-A6D2-58022218BE9B}" dt="2026-03-13T01:15:24.348" v="1436" actId="47"/>
        <pc:sldMkLst>
          <pc:docMk/>
          <pc:sldMk cId="4088665421" sldId="312"/>
        </pc:sldMkLst>
      </pc:sldChg>
      <pc:sldChg chg="del">
        <pc:chgData name="QUESADA CASTILLO RANDALL JOSUE" userId="b29aff0c-7e4a-4e11-b3dc-2798a24f161e" providerId="ADAL" clId="{7F2C15F9-14F4-41C9-A6D2-58022218BE9B}" dt="2026-03-13T01:15:25.534" v="1437" actId="47"/>
        <pc:sldMkLst>
          <pc:docMk/>
          <pc:sldMk cId="1328605334" sldId="313"/>
        </pc:sldMkLst>
      </pc:sldChg>
      <pc:sldChg chg="del">
        <pc:chgData name="QUESADA CASTILLO RANDALL JOSUE" userId="b29aff0c-7e4a-4e11-b3dc-2798a24f161e" providerId="ADAL" clId="{7F2C15F9-14F4-41C9-A6D2-58022218BE9B}" dt="2026-03-13T01:15:26.749" v="1438" actId="47"/>
        <pc:sldMkLst>
          <pc:docMk/>
          <pc:sldMk cId="2032884729" sldId="314"/>
        </pc:sldMkLst>
      </pc:sldChg>
      <pc:sldChg chg="del">
        <pc:chgData name="QUESADA CASTILLO RANDALL JOSUE" userId="b29aff0c-7e4a-4e11-b3dc-2798a24f161e" providerId="ADAL" clId="{7F2C15F9-14F4-41C9-A6D2-58022218BE9B}" dt="2026-03-13T01:15:28.015" v="1439" actId="47"/>
        <pc:sldMkLst>
          <pc:docMk/>
          <pc:sldMk cId="1242565936" sldId="315"/>
        </pc:sldMkLst>
      </pc:sldChg>
      <pc:sldChg chg="del">
        <pc:chgData name="QUESADA CASTILLO RANDALL JOSUE" userId="b29aff0c-7e4a-4e11-b3dc-2798a24f161e" providerId="ADAL" clId="{7F2C15F9-14F4-41C9-A6D2-58022218BE9B}" dt="2026-03-13T01:15:29.166" v="1440" actId="47"/>
        <pc:sldMkLst>
          <pc:docMk/>
          <pc:sldMk cId="3969761023" sldId="316"/>
        </pc:sldMkLst>
      </pc:sldChg>
      <pc:sldChg chg="del">
        <pc:chgData name="QUESADA CASTILLO RANDALL JOSUE" userId="b29aff0c-7e4a-4e11-b3dc-2798a24f161e" providerId="ADAL" clId="{7F2C15F9-14F4-41C9-A6D2-58022218BE9B}" dt="2026-03-13T01:15:30.248" v="1441" actId="47"/>
        <pc:sldMkLst>
          <pc:docMk/>
          <pc:sldMk cId="2940524289" sldId="317"/>
        </pc:sldMkLst>
      </pc:sldChg>
      <pc:sldChg chg="addSp delSp modSp add mod">
        <pc:chgData name="QUESADA CASTILLO RANDALL JOSUE" userId="b29aff0c-7e4a-4e11-b3dc-2798a24f161e" providerId="ADAL" clId="{7F2C15F9-14F4-41C9-A6D2-58022218BE9B}" dt="2026-03-13T00:56:21.497" v="992" actId="1076"/>
        <pc:sldMkLst>
          <pc:docMk/>
          <pc:sldMk cId="412626463" sldId="318"/>
        </pc:sldMkLst>
        <pc:spChg chg="del">
          <ac:chgData name="QUESADA CASTILLO RANDALL JOSUE" userId="b29aff0c-7e4a-4e11-b3dc-2798a24f161e" providerId="ADAL" clId="{7F2C15F9-14F4-41C9-A6D2-58022218BE9B}" dt="2026-03-13T00:54:12.642" v="952" actId="478"/>
          <ac:spMkLst>
            <pc:docMk/>
            <pc:sldMk cId="412626463" sldId="318"/>
            <ac:spMk id="3" creationId="{AFD10C26-4C65-902B-F7E0-91DF8CACEC6E}"/>
          </ac:spMkLst>
        </pc:spChg>
        <pc:spChg chg="add del mod">
          <ac:chgData name="QUESADA CASTILLO RANDALL JOSUE" userId="b29aff0c-7e4a-4e11-b3dc-2798a24f161e" providerId="ADAL" clId="{7F2C15F9-14F4-41C9-A6D2-58022218BE9B}" dt="2026-03-13T00:54:14.765" v="953" actId="478"/>
          <ac:spMkLst>
            <pc:docMk/>
            <pc:sldMk cId="412626463" sldId="318"/>
            <ac:spMk id="4" creationId="{4AC3A30A-87C9-AE37-A79C-23BE4731426B}"/>
          </ac:spMkLst>
        </pc:spChg>
        <pc:spChg chg="mod">
          <ac:chgData name="QUESADA CASTILLO RANDALL JOSUE" userId="b29aff0c-7e4a-4e11-b3dc-2798a24f161e" providerId="ADAL" clId="{7F2C15F9-14F4-41C9-A6D2-58022218BE9B}" dt="2026-03-13T00:54:18.134" v="955" actId="26606"/>
          <ac:spMkLst>
            <pc:docMk/>
            <pc:sldMk cId="412626463" sldId="318"/>
            <ac:spMk id="6" creationId="{FE7748B9-3C27-9D59-64DA-429D97034C7B}"/>
          </ac:spMkLst>
        </pc:spChg>
        <pc:graphicFrameChg chg="add mod modGraphic">
          <ac:chgData name="QUESADA CASTILLO RANDALL JOSUE" userId="b29aff0c-7e4a-4e11-b3dc-2798a24f161e" providerId="ADAL" clId="{7F2C15F9-14F4-41C9-A6D2-58022218BE9B}" dt="2026-03-13T00:55:42.420" v="977" actId="14734"/>
          <ac:graphicFrameMkLst>
            <pc:docMk/>
            <pc:sldMk cId="412626463" sldId="318"/>
            <ac:graphicFrameMk id="5" creationId="{B16BFBF0-E547-B469-4BD7-ED5E7FA85E7F}"/>
          </ac:graphicFrameMkLst>
        </pc:graphicFrameChg>
        <pc:picChg chg="add mod">
          <ac:chgData name="QUESADA CASTILLO RANDALL JOSUE" userId="b29aff0c-7e4a-4e11-b3dc-2798a24f161e" providerId="ADAL" clId="{7F2C15F9-14F4-41C9-A6D2-58022218BE9B}" dt="2026-03-13T00:55:47.123" v="982" actId="1076"/>
          <ac:picMkLst>
            <pc:docMk/>
            <pc:sldMk cId="412626463" sldId="318"/>
            <ac:picMk id="5122" creationId="{2F53E53A-9B56-43A4-DE54-CFF280E59426}"/>
          </ac:picMkLst>
        </pc:picChg>
        <pc:picChg chg="add">
          <ac:chgData name="QUESADA CASTILLO RANDALL JOSUE" userId="b29aff0c-7e4a-4e11-b3dc-2798a24f161e" providerId="ADAL" clId="{7F2C15F9-14F4-41C9-A6D2-58022218BE9B}" dt="2026-03-13T00:55:22.163" v="965"/>
          <ac:picMkLst>
            <pc:docMk/>
            <pc:sldMk cId="412626463" sldId="318"/>
            <ac:picMk id="5124" creationId="{0D196CF3-BCA0-423F-7D03-636ECBDE872E}"/>
          </ac:picMkLst>
        </pc:picChg>
        <pc:picChg chg="add mod">
          <ac:chgData name="QUESADA CASTILLO RANDALL JOSUE" userId="b29aff0c-7e4a-4e11-b3dc-2798a24f161e" providerId="ADAL" clId="{7F2C15F9-14F4-41C9-A6D2-58022218BE9B}" dt="2026-03-13T00:55:50.544" v="985" actId="1076"/>
          <ac:picMkLst>
            <pc:docMk/>
            <pc:sldMk cId="412626463" sldId="318"/>
            <ac:picMk id="5126" creationId="{2E03730C-EFAF-7D95-091F-2C625E0ED528}"/>
          </ac:picMkLst>
        </pc:picChg>
        <pc:picChg chg="add">
          <ac:chgData name="QUESADA CASTILLO RANDALL JOSUE" userId="b29aff0c-7e4a-4e11-b3dc-2798a24f161e" providerId="ADAL" clId="{7F2C15F9-14F4-41C9-A6D2-58022218BE9B}" dt="2026-03-13T00:56:04.277" v="986"/>
          <ac:picMkLst>
            <pc:docMk/>
            <pc:sldMk cId="412626463" sldId="318"/>
            <ac:picMk id="5128" creationId="{FE56C44F-5720-5EEF-35A0-E5598A652C09}"/>
          </ac:picMkLst>
        </pc:picChg>
        <pc:picChg chg="add">
          <ac:chgData name="QUESADA CASTILLO RANDALL JOSUE" userId="b29aff0c-7e4a-4e11-b3dc-2798a24f161e" providerId="ADAL" clId="{7F2C15F9-14F4-41C9-A6D2-58022218BE9B}" dt="2026-03-13T00:56:11.149" v="987"/>
          <ac:picMkLst>
            <pc:docMk/>
            <pc:sldMk cId="412626463" sldId="318"/>
            <ac:picMk id="5130" creationId="{26BD41AF-E173-B682-95E3-48955CEAC39D}"/>
          </ac:picMkLst>
        </pc:picChg>
        <pc:picChg chg="add mod">
          <ac:chgData name="QUESADA CASTILLO RANDALL JOSUE" userId="b29aff0c-7e4a-4e11-b3dc-2798a24f161e" providerId="ADAL" clId="{7F2C15F9-14F4-41C9-A6D2-58022218BE9B}" dt="2026-03-13T00:56:21.497" v="992" actId="1076"/>
          <ac:picMkLst>
            <pc:docMk/>
            <pc:sldMk cId="412626463" sldId="318"/>
            <ac:picMk id="5132" creationId="{F089D045-4F89-8CA4-3EE2-4C7696AA3FCB}"/>
          </ac:picMkLst>
        </pc:picChg>
      </pc:sldChg>
      <pc:sldChg chg="new del">
        <pc:chgData name="QUESADA CASTILLO RANDALL JOSUE" userId="b29aff0c-7e4a-4e11-b3dc-2798a24f161e" providerId="ADAL" clId="{7F2C15F9-14F4-41C9-A6D2-58022218BE9B}" dt="2026-03-13T00:49:46.420" v="848" actId="680"/>
        <pc:sldMkLst>
          <pc:docMk/>
          <pc:sldMk cId="1765319804" sldId="318"/>
        </pc:sldMkLst>
      </pc:sldChg>
      <pc:sldChg chg="modSp add del mod">
        <pc:chgData name="QUESADA CASTILLO RANDALL JOSUE" userId="b29aff0c-7e4a-4e11-b3dc-2798a24f161e" providerId="ADAL" clId="{7F2C15F9-14F4-41C9-A6D2-58022218BE9B}" dt="2026-03-13T00:57:24.836" v="1008"/>
        <pc:sldMkLst>
          <pc:docMk/>
          <pc:sldMk cId="193682583" sldId="319"/>
        </pc:sldMkLst>
        <pc:spChg chg="mod">
          <ac:chgData name="QUESADA CASTILLO RANDALL JOSUE" userId="b29aff0c-7e4a-4e11-b3dc-2798a24f161e" providerId="ADAL" clId="{7F2C15F9-14F4-41C9-A6D2-58022218BE9B}" dt="2026-03-13T00:57:24.484" v="1007" actId="20577"/>
          <ac:spMkLst>
            <pc:docMk/>
            <pc:sldMk cId="193682583" sldId="319"/>
            <ac:spMk id="6" creationId="{BB89BDBC-6D10-CDE4-D0DB-7D81EC0B054B}"/>
          </ac:spMkLst>
        </pc:spChg>
      </pc:sldChg>
      <pc:sldChg chg="addSp modSp add mod ord">
        <pc:chgData name="QUESADA CASTILLO RANDALL JOSUE" userId="b29aff0c-7e4a-4e11-b3dc-2798a24f161e" providerId="ADAL" clId="{7F2C15F9-14F4-41C9-A6D2-58022218BE9B}" dt="2026-03-13T00:57:55.602" v="1079" actId="20577"/>
        <pc:sldMkLst>
          <pc:docMk/>
          <pc:sldMk cId="3037743906" sldId="319"/>
        </pc:sldMkLst>
        <pc:spChg chg="add">
          <ac:chgData name="QUESADA CASTILLO RANDALL JOSUE" userId="b29aff0c-7e4a-4e11-b3dc-2798a24f161e" providerId="ADAL" clId="{7F2C15F9-14F4-41C9-A6D2-58022218BE9B}" dt="2026-03-13T00:57:41.951" v="1041"/>
          <ac:spMkLst>
            <pc:docMk/>
            <pc:sldMk cId="3037743906" sldId="319"/>
            <ac:spMk id="2" creationId="{FBABB640-CDCC-5432-E585-E257A5BB7B7D}"/>
          </ac:spMkLst>
        </pc:spChg>
        <pc:spChg chg="mod">
          <ac:chgData name="QUESADA CASTILLO RANDALL JOSUE" userId="b29aff0c-7e4a-4e11-b3dc-2798a24f161e" providerId="ADAL" clId="{7F2C15F9-14F4-41C9-A6D2-58022218BE9B}" dt="2026-03-13T00:57:55.602" v="1079" actId="20577"/>
          <ac:spMkLst>
            <pc:docMk/>
            <pc:sldMk cId="3037743906" sldId="319"/>
            <ac:spMk id="3" creationId="{F09134E6-C8F0-E2B5-1C9F-1F9B56DA1581}"/>
          </ac:spMkLst>
        </pc:spChg>
        <pc:spChg chg="mod">
          <ac:chgData name="QUESADA CASTILLO RANDALL JOSUE" userId="b29aff0c-7e4a-4e11-b3dc-2798a24f161e" providerId="ADAL" clId="{7F2C15F9-14F4-41C9-A6D2-58022218BE9B}" dt="2026-03-13T00:57:35.567" v="1040" actId="20577"/>
          <ac:spMkLst>
            <pc:docMk/>
            <pc:sldMk cId="3037743906" sldId="319"/>
            <ac:spMk id="6" creationId="{D24C08E5-4861-D45F-D36C-3D120280CA8D}"/>
          </ac:spMkLst>
        </pc:spChg>
      </pc:sldChg>
      <pc:sldChg chg="delSp modSp add mod modClrScheme chgLayout">
        <pc:chgData name="QUESADA CASTILLO RANDALL JOSUE" userId="b29aff0c-7e4a-4e11-b3dc-2798a24f161e" providerId="ADAL" clId="{7F2C15F9-14F4-41C9-A6D2-58022218BE9B}" dt="2026-03-13T01:08:35.870" v="1268" actId="26606"/>
        <pc:sldMkLst>
          <pc:docMk/>
          <pc:sldMk cId="2439536905" sldId="320"/>
        </pc:sldMkLst>
        <pc:spChg chg="mod">
          <ac:chgData name="QUESADA CASTILLO RANDALL JOSUE" userId="b29aff0c-7e4a-4e11-b3dc-2798a24f161e" providerId="ADAL" clId="{7F2C15F9-14F4-41C9-A6D2-58022218BE9B}" dt="2026-03-13T01:08:35.870" v="1268" actId="26606"/>
          <ac:spMkLst>
            <pc:docMk/>
            <pc:sldMk cId="2439536905" sldId="320"/>
            <ac:spMk id="3" creationId="{007F4ECA-C6AE-831B-7164-A40A8D7EA4FC}"/>
          </ac:spMkLst>
        </pc:spChg>
        <pc:spChg chg="del mod">
          <ac:chgData name="QUESADA CASTILLO RANDALL JOSUE" userId="b29aff0c-7e4a-4e11-b3dc-2798a24f161e" providerId="ADAL" clId="{7F2C15F9-14F4-41C9-A6D2-58022218BE9B}" dt="2026-03-13T01:08:21.046" v="1266" actId="478"/>
          <ac:spMkLst>
            <pc:docMk/>
            <pc:sldMk cId="2439536905" sldId="320"/>
            <ac:spMk id="4" creationId="{A44EFC39-B20C-EC77-DDD7-5386178FB0A3}"/>
          </ac:spMkLst>
        </pc:spChg>
        <pc:spChg chg="mod">
          <ac:chgData name="QUESADA CASTILLO RANDALL JOSUE" userId="b29aff0c-7e4a-4e11-b3dc-2798a24f161e" providerId="ADAL" clId="{7F2C15F9-14F4-41C9-A6D2-58022218BE9B}" dt="2026-03-13T01:08:35.870" v="1268" actId="26606"/>
          <ac:spMkLst>
            <pc:docMk/>
            <pc:sldMk cId="2439536905" sldId="320"/>
            <ac:spMk id="6" creationId="{232DB07D-B646-34F6-E9BC-8FFAF08836C1}"/>
          </ac:spMkLst>
        </pc:spChg>
      </pc:sldChg>
      <pc:sldChg chg="modSp add">
        <pc:chgData name="QUESADA CASTILLO RANDALL JOSUE" userId="b29aff0c-7e4a-4e11-b3dc-2798a24f161e" providerId="ADAL" clId="{7F2C15F9-14F4-41C9-A6D2-58022218BE9B}" dt="2026-03-13T01:09:14.093" v="1277"/>
        <pc:sldMkLst>
          <pc:docMk/>
          <pc:sldMk cId="1309575812" sldId="321"/>
        </pc:sldMkLst>
        <pc:spChg chg="mod">
          <ac:chgData name="QUESADA CASTILLO RANDALL JOSUE" userId="b29aff0c-7e4a-4e11-b3dc-2798a24f161e" providerId="ADAL" clId="{7F2C15F9-14F4-41C9-A6D2-58022218BE9B}" dt="2026-03-13T01:09:14.093" v="1277"/>
          <ac:spMkLst>
            <pc:docMk/>
            <pc:sldMk cId="1309575812" sldId="321"/>
            <ac:spMk id="3" creationId="{6843A33E-0B75-5D90-0503-119ACCDB443C}"/>
          </ac:spMkLst>
        </pc:spChg>
      </pc:sldChg>
      <pc:sldChg chg="modSp add">
        <pc:chgData name="QUESADA CASTILLO RANDALL JOSUE" userId="b29aff0c-7e4a-4e11-b3dc-2798a24f161e" providerId="ADAL" clId="{7F2C15F9-14F4-41C9-A6D2-58022218BE9B}" dt="2026-03-13T01:09:22.213" v="1279"/>
        <pc:sldMkLst>
          <pc:docMk/>
          <pc:sldMk cId="2721520784" sldId="322"/>
        </pc:sldMkLst>
        <pc:spChg chg="mod">
          <ac:chgData name="QUESADA CASTILLO RANDALL JOSUE" userId="b29aff0c-7e4a-4e11-b3dc-2798a24f161e" providerId="ADAL" clId="{7F2C15F9-14F4-41C9-A6D2-58022218BE9B}" dt="2026-03-13T01:09:22.213" v="1279"/>
          <ac:spMkLst>
            <pc:docMk/>
            <pc:sldMk cId="2721520784" sldId="322"/>
            <ac:spMk id="3" creationId="{F9AFCF9B-5237-1F8D-1C5E-38DF80A170F6}"/>
          </ac:spMkLst>
        </pc:spChg>
      </pc:sldChg>
      <pc:sldChg chg="modSp add">
        <pc:chgData name="QUESADA CASTILLO RANDALL JOSUE" userId="b29aff0c-7e4a-4e11-b3dc-2798a24f161e" providerId="ADAL" clId="{7F2C15F9-14F4-41C9-A6D2-58022218BE9B}" dt="2026-03-13T01:09:32.151" v="1281"/>
        <pc:sldMkLst>
          <pc:docMk/>
          <pc:sldMk cId="795065714" sldId="323"/>
        </pc:sldMkLst>
        <pc:spChg chg="mod">
          <ac:chgData name="QUESADA CASTILLO RANDALL JOSUE" userId="b29aff0c-7e4a-4e11-b3dc-2798a24f161e" providerId="ADAL" clId="{7F2C15F9-14F4-41C9-A6D2-58022218BE9B}" dt="2026-03-13T01:09:32.151" v="1281"/>
          <ac:spMkLst>
            <pc:docMk/>
            <pc:sldMk cId="795065714" sldId="323"/>
            <ac:spMk id="3" creationId="{CBAC9461-1A47-8903-3955-00AC563CCCFE}"/>
          </ac:spMkLst>
        </pc:spChg>
      </pc:sldChg>
      <pc:sldChg chg="modSp add mod">
        <pc:chgData name="QUESADA CASTILLO RANDALL JOSUE" userId="b29aff0c-7e4a-4e11-b3dc-2798a24f161e" providerId="ADAL" clId="{7F2C15F9-14F4-41C9-A6D2-58022218BE9B}" dt="2026-03-13T01:10:59.940" v="1290" actId="108"/>
        <pc:sldMkLst>
          <pc:docMk/>
          <pc:sldMk cId="2170166730" sldId="324"/>
        </pc:sldMkLst>
        <pc:spChg chg="mod">
          <ac:chgData name="QUESADA CASTILLO RANDALL JOSUE" userId="b29aff0c-7e4a-4e11-b3dc-2798a24f161e" providerId="ADAL" clId="{7F2C15F9-14F4-41C9-A6D2-58022218BE9B}" dt="2026-03-13T01:10:59.940" v="1290" actId="108"/>
          <ac:spMkLst>
            <pc:docMk/>
            <pc:sldMk cId="2170166730" sldId="324"/>
            <ac:spMk id="3" creationId="{775E586D-F5F5-5CD8-D125-DA190981A5AB}"/>
          </ac:spMkLst>
        </pc:spChg>
        <pc:spChg chg="mod">
          <ac:chgData name="QUESADA CASTILLO RANDALL JOSUE" userId="b29aff0c-7e4a-4e11-b3dc-2798a24f161e" providerId="ADAL" clId="{7F2C15F9-14F4-41C9-A6D2-58022218BE9B}" dt="2026-03-13T01:10:11.951" v="1286" actId="20577"/>
          <ac:spMkLst>
            <pc:docMk/>
            <pc:sldMk cId="2170166730" sldId="324"/>
            <ac:spMk id="6" creationId="{33A6B70D-9BD6-C606-A073-9BAC8C86B71F}"/>
          </ac:spMkLst>
        </pc:spChg>
      </pc:sldChg>
      <pc:sldChg chg="addSp delSp modSp add mod">
        <pc:chgData name="QUESADA CASTILLO RANDALL JOSUE" userId="b29aff0c-7e4a-4e11-b3dc-2798a24f161e" providerId="ADAL" clId="{7F2C15F9-14F4-41C9-A6D2-58022218BE9B}" dt="2026-03-13T01:11:48.882" v="1302" actId="1076"/>
        <pc:sldMkLst>
          <pc:docMk/>
          <pc:sldMk cId="2198051078" sldId="325"/>
        </pc:sldMkLst>
        <pc:spChg chg="del mod">
          <ac:chgData name="QUESADA CASTILLO RANDALL JOSUE" userId="b29aff0c-7e4a-4e11-b3dc-2798a24f161e" providerId="ADAL" clId="{7F2C15F9-14F4-41C9-A6D2-58022218BE9B}" dt="2026-03-13T01:11:42.223" v="1295" actId="478"/>
          <ac:spMkLst>
            <pc:docMk/>
            <pc:sldMk cId="2198051078" sldId="325"/>
            <ac:spMk id="3" creationId="{5B9743EB-3B7B-E417-0F2C-8F71FC7CAC32}"/>
          </ac:spMkLst>
        </pc:spChg>
        <pc:picChg chg="add mod">
          <ac:chgData name="QUESADA CASTILLO RANDALL JOSUE" userId="b29aff0c-7e4a-4e11-b3dc-2798a24f161e" providerId="ADAL" clId="{7F2C15F9-14F4-41C9-A6D2-58022218BE9B}" dt="2026-03-13T01:11:48.882" v="1302" actId="1076"/>
          <ac:picMkLst>
            <pc:docMk/>
            <pc:sldMk cId="2198051078" sldId="325"/>
            <ac:picMk id="4" creationId="{25C6827C-2636-160F-7A8C-BAFE719301A9}"/>
          </ac:picMkLst>
        </pc:picChg>
      </pc:sldChg>
      <pc:sldChg chg="addSp modSp add mod ord">
        <pc:chgData name="QUESADA CASTILLO RANDALL JOSUE" userId="b29aff0c-7e4a-4e11-b3dc-2798a24f161e" providerId="ADAL" clId="{7F2C15F9-14F4-41C9-A6D2-58022218BE9B}" dt="2026-03-13T01:12:39.528" v="1419" actId="20577"/>
        <pc:sldMkLst>
          <pc:docMk/>
          <pc:sldMk cId="2610674595" sldId="326"/>
        </pc:sldMkLst>
        <pc:spChg chg="add">
          <ac:chgData name="QUESADA CASTILLO RANDALL JOSUE" userId="b29aff0c-7e4a-4e11-b3dc-2798a24f161e" providerId="ADAL" clId="{7F2C15F9-14F4-41C9-A6D2-58022218BE9B}" dt="2026-03-13T01:12:19.565" v="1315"/>
          <ac:spMkLst>
            <pc:docMk/>
            <pc:sldMk cId="2610674595" sldId="326"/>
            <ac:spMk id="2" creationId="{92F29C80-F7AB-7D33-3409-7780DA7A46AC}"/>
          </ac:spMkLst>
        </pc:spChg>
        <pc:spChg chg="mod">
          <ac:chgData name="QUESADA CASTILLO RANDALL JOSUE" userId="b29aff0c-7e4a-4e11-b3dc-2798a24f161e" providerId="ADAL" clId="{7F2C15F9-14F4-41C9-A6D2-58022218BE9B}" dt="2026-03-13T01:12:39.528" v="1419" actId="20577"/>
          <ac:spMkLst>
            <pc:docMk/>
            <pc:sldMk cId="2610674595" sldId="326"/>
            <ac:spMk id="3" creationId="{AF276C7C-C278-C014-7623-05586AC551AB}"/>
          </ac:spMkLst>
        </pc:spChg>
      </pc:sldChg>
      <pc:sldChg chg="modSp add mod">
        <pc:chgData name="QUESADA CASTILLO RANDALL JOSUE" userId="b29aff0c-7e4a-4e11-b3dc-2798a24f161e" providerId="ADAL" clId="{7F2C15F9-14F4-41C9-A6D2-58022218BE9B}" dt="2026-03-13T18:01:51.107" v="1456" actId="27636"/>
        <pc:sldMkLst>
          <pc:docMk/>
          <pc:sldMk cId="2657057585" sldId="327"/>
        </pc:sldMkLst>
        <pc:spChg chg="mod">
          <ac:chgData name="QUESADA CASTILLO RANDALL JOSUE" userId="b29aff0c-7e4a-4e11-b3dc-2798a24f161e" providerId="ADAL" clId="{7F2C15F9-14F4-41C9-A6D2-58022218BE9B}" dt="2026-03-13T18:01:51.107" v="1456" actId="27636"/>
          <ac:spMkLst>
            <pc:docMk/>
            <pc:sldMk cId="2657057585" sldId="327"/>
            <ac:spMk id="3" creationId="{12478507-E35B-8871-76A9-715BE073019E}"/>
          </ac:spMkLst>
        </pc:spChg>
      </pc:sldChg>
    </pc:docChg>
  </pc:docChgLst>
</pc:chgInfo>
</file>

<file path=ppt/diagrams/_rels/data2.xml.rels><?xml version="1.0" encoding="UTF-8" standalone="yes"?>
<Relationships xmlns="http://schemas.openxmlformats.org/package/2006/relationships"><Relationship Id="rId1" Type="http://schemas.openxmlformats.org/officeDocument/2006/relationships/hyperlink" Target="https://www.google.com/search?q=DevOps&amp;sca_esv=0969567df9557e92&amp;biw=1920&amp;bih=911&amp;sxsrf=ANbL-n4CZzd_B1Qb9tN1pqZ9DDcg8Ko-Sw%3A1773359951191&amp;ei=T1OzadyuC42vqtsP_turmA8&amp;ved=2ahUKEwiA7-TSyJuTAxXOkyYFHcdjG3kQgK4QegQIBRAB&amp;uact=5&amp;oq=responsabilidades+de+un+DBA&amp;gs_lp=Egxnd3Mtd2l6LXNlcnAiG3Jlc3BvbnNhYmlsaWRhZGVzIGRlIHVuIERCQTIFEAAYgAQyBhAAGBYYHjIGEAAYFhgeMgUQABjvBTIIEAAYgAQYogRIrSdQAFjTJXAFeAGQAQGYAaYCoAGcKaoBBjAuMjcuM7gBA8gBAPgBAZgCIqACmCnCAgoQIxjwBRgnGMkCwgIKECMYgAQYJxiKBcICBBAjGCfCAggQABiABBixA8ICChAAGIAEGEMYigXCAgsQABiABBixAxiDAcICCBAuGIAEGLEDwgILEC4YgAQYsQMYgwHCAg0QABiABBixAxhDGIoFwgILEAAYgAQYkgMYigXCAhAQABiABBixAxhDGIMBGIoFwgIFEC4YgATCAgsQLhiABBjHARivAcICCRAAGIAEGAoYC8ICDxAAGIAEGLEDGIMBGAoYC8ICBxAAGIAEGAqYAwCSBwY1LjI1LjSgB6XGAbIHBjAuMjUuNLgH9ijCBwgwLjkuMjAuNcgHqAGACAA&amp;sclient=gws-wiz-serp&amp;mstk=AUtExfCNw7mUSN07q_DsvQUq8yMQNck2Eq3Vlz6BRJ5XeQerksiljPn2FvPlMUT_O0xlfN3nMFJK59LTbrF31X8ab8oIbnUOTYLAONnLqX19o0lWlgSJGXeNt-Un0EYbAo-FTTdagUcaOA72TzfBk0pMEN0fC4IeOqPwZIQxmQhPU5g_kSCBXvmAkj-d9BNTDQ_W_tAeWK1ST4spiSY4tUdFf3fC5vW3pP3UtCgAjXgXNLRw_5vmD8o9Suf0n1GBK7qk_dmz4zCuZQdrbhqWBkPg8BVVeXreSFm4eZEy9IpkywpoAw&amp;csui=3"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www.google.com/search?q=DevOps&amp;sca_esv=0969567df9557e92&amp;biw=1920&amp;bih=911&amp;sxsrf=ANbL-n4CZzd_B1Qb9tN1pqZ9DDcg8Ko-Sw%3A1773359951191&amp;ei=T1OzadyuC42vqtsP_turmA8&amp;ved=2ahUKEwiA7-TSyJuTAxXOkyYFHcdjG3kQgK4QegQIBRAB&amp;uact=5&amp;oq=responsabilidades+de+un+DBA&amp;gs_lp=Egxnd3Mtd2l6LXNlcnAiG3Jlc3BvbnNhYmlsaWRhZGVzIGRlIHVuIERCQTIFEAAYgAQyBhAAGBYYHjIGEAAYFhgeMgUQABjvBTIIEAAYgAQYogRIrSdQAFjTJXAFeAGQAQGYAaYCoAGcKaoBBjAuMjcuM7gBA8gBAPgBAZgCIqACmCnCAgoQIxjwBRgnGMkCwgIKECMYgAQYJxiKBcICBBAjGCfCAggQABiABBixA8ICChAAGIAEGEMYigXCAgsQABiABBixAxiDAcICCBAuGIAEGLEDwgILEC4YgAQYsQMYgwHCAg0QABiABBixAxhDGIoFwgILEAAYgAQYkgMYigXCAhAQABiABBixAxhDGIMBGIoFwgIFEC4YgATCAgsQLhiABBjHARivAcICCRAAGIAEGAoYC8ICDxAAGIAEGLEDGIMBGAoYC8ICBxAAGIAEGAqYAwCSBwY1LjI1LjSgB6XGAbIHBjAuMjUuNLgH9ijCBwgwLjkuMjAuNcgHqAGACAA&amp;sclient=gws-wiz-serp&amp;mstk=AUtExfCNw7mUSN07q_DsvQUq8yMQNck2Eq3Vlz6BRJ5XeQerksiljPn2FvPlMUT_O0xlfN3nMFJK59LTbrF31X8ab8oIbnUOTYLAONnLqX19o0lWlgSJGXeNt-Un0EYbAo-FTTdagUcaOA72TzfBk0pMEN0fC4IeOqPwZIQxmQhPU5g_kSCBXvmAkj-d9BNTDQ_W_tAeWK1ST4spiSY4tUdFf3fC5vW3pP3UtCgAjXgXNLRw_5vmD8o9Suf0n1GBK7qk_dmz4zCuZQdrbhqWBkPg8BVVeXreSFm4eZEy9IpkywpoAw&amp;csui=3" TargetMode="Externa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2D2FB4-C1C2-4E7C-8FB8-5D95F0DC7E0F}" type="doc">
      <dgm:prSet loTypeId="urn:microsoft.com/office/officeart/2005/8/layout/hierarchy1" loCatId="hierarchy" qsTypeId="urn:microsoft.com/office/officeart/2005/8/quickstyle/simple5" qsCatId="simple" csTypeId="urn:microsoft.com/office/officeart/2005/8/colors/accent2_2" csCatId="accent2" phldr="1"/>
      <dgm:spPr/>
      <dgm:t>
        <a:bodyPr/>
        <a:lstStyle/>
        <a:p>
          <a:endParaRPr lang="en-US"/>
        </a:p>
      </dgm:t>
    </dgm:pt>
    <dgm:pt modelId="{B3037F56-A86A-492E-851F-CB52FA97D34B}">
      <dgm:prSet/>
      <dgm:spPr/>
      <dgm:t>
        <a:bodyPr/>
        <a:lstStyle/>
        <a:p>
          <a:r>
            <a:rPr lang="es-ES" dirty="0"/>
            <a:t>Administración de bases de datos</a:t>
          </a:r>
          <a:endParaRPr lang="en-US" dirty="0"/>
        </a:p>
      </dgm:t>
    </dgm:pt>
    <dgm:pt modelId="{3E216F42-A3A2-4964-8984-EF42E2A48120}" type="parTrans" cxnId="{EBE1FCDD-66FF-4A97-8B7B-150340343654}">
      <dgm:prSet/>
      <dgm:spPr/>
      <dgm:t>
        <a:bodyPr/>
        <a:lstStyle/>
        <a:p>
          <a:endParaRPr lang="en-US"/>
        </a:p>
      </dgm:t>
    </dgm:pt>
    <dgm:pt modelId="{3D23D601-ECCD-4AF1-BF0D-32D64FC6E7AF}" type="sibTrans" cxnId="{EBE1FCDD-66FF-4A97-8B7B-150340343654}">
      <dgm:prSet/>
      <dgm:spPr/>
      <dgm:t>
        <a:bodyPr/>
        <a:lstStyle/>
        <a:p>
          <a:endParaRPr lang="en-US"/>
        </a:p>
      </dgm:t>
    </dgm:pt>
    <dgm:pt modelId="{637F7EE8-E178-49AB-8564-CA02CA51D940}">
      <dgm:prSet/>
      <dgm:spPr/>
      <dgm:t>
        <a:bodyPr/>
        <a:lstStyle/>
        <a:p>
          <a:r>
            <a:rPr lang="es-ES" dirty="0"/>
            <a:t>Responsabilidades del DBA</a:t>
          </a:r>
          <a:endParaRPr lang="en-US" dirty="0"/>
        </a:p>
      </dgm:t>
    </dgm:pt>
    <dgm:pt modelId="{0AE2975B-FA9D-440E-BFAC-73E5E5697324}" type="parTrans" cxnId="{7C977E39-09B8-484D-A942-7899EFE30654}">
      <dgm:prSet/>
      <dgm:spPr/>
      <dgm:t>
        <a:bodyPr/>
        <a:lstStyle/>
        <a:p>
          <a:endParaRPr lang="en-US"/>
        </a:p>
      </dgm:t>
    </dgm:pt>
    <dgm:pt modelId="{8EB07204-9191-41BE-AA92-C28FD733898A}" type="sibTrans" cxnId="{7C977E39-09B8-484D-A942-7899EFE30654}">
      <dgm:prSet/>
      <dgm:spPr/>
      <dgm:t>
        <a:bodyPr/>
        <a:lstStyle/>
        <a:p>
          <a:endParaRPr lang="en-US"/>
        </a:p>
      </dgm:t>
    </dgm:pt>
    <dgm:pt modelId="{63B2A15A-2FF2-475F-9DAF-CE7B83096B79}">
      <dgm:prSet/>
      <dgm:spPr/>
      <dgm:t>
        <a:bodyPr/>
        <a:lstStyle/>
        <a:p>
          <a:r>
            <a:rPr lang="es-ES" dirty="0"/>
            <a:t>Repaso técnico</a:t>
          </a:r>
          <a:endParaRPr lang="en-US" dirty="0"/>
        </a:p>
      </dgm:t>
    </dgm:pt>
    <dgm:pt modelId="{3D4E77E3-C56C-4B3D-8EB5-575989603BC9}" type="parTrans" cxnId="{1F0454B6-5CB9-41FB-8B0B-9456DE41174F}">
      <dgm:prSet/>
      <dgm:spPr/>
      <dgm:t>
        <a:bodyPr/>
        <a:lstStyle/>
        <a:p>
          <a:endParaRPr lang="en-US"/>
        </a:p>
      </dgm:t>
    </dgm:pt>
    <dgm:pt modelId="{0C2CDF96-745E-431A-8143-CCD45335D924}" type="sibTrans" cxnId="{1F0454B6-5CB9-41FB-8B0B-9456DE41174F}">
      <dgm:prSet/>
      <dgm:spPr/>
      <dgm:t>
        <a:bodyPr/>
        <a:lstStyle/>
        <a:p>
          <a:endParaRPr lang="en-US"/>
        </a:p>
      </dgm:t>
    </dgm:pt>
    <dgm:pt modelId="{84F17FAB-E546-4F0B-8A28-7C2845C7DCFD}">
      <dgm:prSet/>
      <dgm:spPr/>
      <dgm:t>
        <a:bodyPr/>
        <a:lstStyle/>
        <a:p>
          <a:r>
            <a:rPr lang="es-ES" dirty="0"/>
            <a:t>Transacciones</a:t>
          </a:r>
          <a:endParaRPr lang="en-US" dirty="0"/>
        </a:p>
      </dgm:t>
    </dgm:pt>
    <dgm:pt modelId="{D018D29C-601E-4E69-BD81-3B0EBCFC8ECE}" type="parTrans" cxnId="{5FA7FED2-FF6D-4905-B613-08976857AA80}">
      <dgm:prSet/>
      <dgm:spPr/>
      <dgm:t>
        <a:bodyPr/>
        <a:lstStyle/>
        <a:p>
          <a:endParaRPr lang="en-US"/>
        </a:p>
      </dgm:t>
    </dgm:pt>
    <dgm:pt modelId="{310F1992-CF9D-4ED3-BFAA-0E7CBCB83261}" type="sibTrans" cxnId="{5FA7FED2-FF6D-4905-B613-08976857AA80}">
      <dgm:prSet/>
      <dgm:spPr/>
      <dgm:t>
        <a:bodyPr/>
        <a:lstStyle/>
        <a:p>
          <a:endParaRPr lang="en-US"/>
        </a:p>
      </dgm:t>
    </dgm:pt>
    <dgm:pt modelId="{133FBE4F-B302-43CD-B921-8E4C72892E4C}">
      <dgm:prSet/>
      <dgm:spPr/>
      <dgm:t>
        <a:bodyPr/>
        <a:lstStyle/>
        <a:p>
          <a:r>
            <a:rPr lang="es-ES" dirty="0"/>
            <a:t>CTE</a:t>
          </a:r>
          <a:endParaRPr lang="en-US" dirty="0"/>
        </a:p>
      </dgm:t>
    </dgm:pt>
    <dgm:pt modelId="{12866F32-0F0C-4F4F-AD1A-47B95B11E9B1}" type="parTrans" cxnId="{1D4D2906-484D-42E6-9D2C-19DC75C3DE08}">
      <dgm:prSet/>
      <dgm:spPr/>
      <dgm:t>
        <a:bodyPr/>
        <a:lstStyle/>
        <a:p>
          <a:endParaRPr lang="en-US"/>
        </a:p>
      </dgm:t>
    </dgm:pt>
    <dgm:pt modelId="{1210C54B-A2F9-40E9-93C9-AC38E9530924}" type="sibTrans" cxnId="{1D4D2906-484D-42E6-9D2C-19DC75C3DE08}">
      <dgm:prSet/>
      <dgm:spPr/>
      <dgm:t>
        <a:bodyPr/>
        <a:lstStyle/>
        <a:p>
          <a:endParaRPr lang="en-US"/>
        </a:p>
      </dgm:t>
    </dgm:pt>
    <dgm:pt modelId="{CFFB7D72-207F-4B6D-BE4A-AEED4BA6FB51}">
      <dgm:prSet/>
      <dgm:spPr/>
      <dgm:t>
        <a:bodyPr/>
        <a:lstStyle/>
        <a:p>
          <a:r>
            <a:rPr lang="es-CR" dirty="0"/>
            <a:t>Laboratorio</a:t>
          </a:r>
        </a:p>
      </dgm:t>
    </dgm:pt>
    <dgm:pt modelId="{DB6C97CE-C0DA-4CE5-8E3F-44E37E540557}" type="parTrans" cxnId="{D5241E4D-F1E3-48C3-A1B0-58C72874F2C3}">
      <dgm:prSet/>
      <dgm:spPr/>
      <dgm:t>
        <a:bodyPr/>
        <a:lstStyle/>
        <a:p>
          <a:endParaRPr lang="es-CR"/>
        </a:p>
      </dgm:t>
    </dgm:pt>
    <dgm:pt modelId="{0C974299-9ADD-4A8F-B0DD-85032D4D31DF}" type="sibTrans" cxnId="{D5241E4D-F1E3-48C3-A1B0-58C72874F2C3}">
      <dgm:prSet/>
      <dgm:spPr/>
      <dgm:t>
        <a:bodyPr/>
        <a:lstStyle/>
        <a:p>
          <a:endParaRPr lang="es-CR"/>
        </a:p>
      </dgm:t>
    </dgm:pt>
    <dgm:pt modelId="{374C5487-F165-49E0-9CBD-916576A8D704}" type="pres">
      <dgm:prSet presAssocID="{D42D2FB4-C1C2-4E7C-8FB8-5D95F0DC7E0F}" presName="hierChild1" presStyleCnt="0">
        <dgm:presLayoutVars>
          <dgm:chPref val="1"/>
          <dgm:dir/>
          <dgm:animOne val="branch"/>
          <dgm:animLvl val="lvl"/>
          <dgm:resizeHandles/>
        </dgm:presLayoutVars>
      </dgm:prSet>
      <dgm:spPr/>
    </dgm:pt>
    <dgm:pt modelId="{83C055D7-7B0B-4144-BAD8-E0FC335B516B}" type="pres">
      <dgm:prSet presAssocID="{B3037F56-A86A-492E-851F-CB52FA97D34B}" presName="hierRoot1" presStyleCnt="0"/>
      <dgm:spPr/>
    </dgm:pt>
    <dgm:pt modelId="{10A8388B-DAD9-469C-870C-D6DCCA874513}" type="pres">
      <dgm:prSet presAssocID="{B3037F56-A86A-492E-851F-CB52FA97D34B}" presName="composite" presStyleCnt="0"/>
      <dgm:spPr/>
    </dgm:pt>
    <dgm:pt modelId="{ACF4116E-61D9-45A6-8027-D1131AFB51FA}" type="pres">
      <dgm:prSet presAssocID="{B3037F56-A86A-492E-851F-CB52FA97D34B}" presName="background" presStyleLbl="node0" presStyleIdx="0" presStyleCnt="6"/>
      <dgm:spPr/>
    </dgm:pt>
    <dgm:pt modelId="{7F3EA8A2-798D-4438-94E7-A7BA1ED0E470}" type="pres">
      <dgm:prSet presAssocID="{B3037F56-A86A-492E-851F-CB52FA97D34B}" presName="text" presStyleLbl="fgAcc0" presStyleIdx="0" presStyleCnt="6">
        <dgm:presLayoutVars>
          <dgm:chPref val="3"/>
        </dgm:presLayoutVars>
      </dgm:prSet>
      <dgm:spPr/>
    </dgm:pt>
    <dgm:pt modelId="{A333E4DC-5863-408E-A4F8-D9A07D5C603D}" type="pres">
      <dgm:prSet presAssocID="{B3037F56-A86A-492E-851F-CB52FA97D34B}" presName="hierChild2" presStyleCnt="0"/>
      <dgm:spPr/>
    </dgm:pt>
    <dgm:pt modelId="{5F3F3B5B-F5E1-40EF-926C-50823031BA12}" type="pres">
      <dgm:prSet presAssocID="{637F7EE8-E178-49AB-8564-CA02CA51D940}" presName="hierRoot1" presStyleCnt="0"/>
      <dgm:spPr/>
    </dgm:pt>
    <dgm:pt modelId="{F9F50A4E-F58D-47E5-9FC6-6DA54475B70A}" type="pres">
      <dgm:prSet presAssocID="{637F7EE8-E178-49AB-8564-CA02CA51D940}" presName="composite" presStyleCnt="0"/>
      <dgm:spPr/>
    </dgm:pt>
    <dgm:pt modelId="{B535BFE9-AFF1-465F-A92F-49BFC6E09CCD}" type="pres">
      <dgm:prSet presAssocID="{637F7EE8-E178-49AB-8564-CA02CA51D940}" presName="background" presStyleLbl="node0" presStyleIdx="1" presStyleCnt="6"/>
      <dgm:spPr/>
    </dgm:pt>
    <dgm:pt modelId="{0A59173F-6260-432C-82B4-B34FABEEF059}" type="pres">
      <dgm:prSet presAssocID="{637F7EE8-E178-49AB-8564-CA02CA51D940}" presName="text" presStyleLbl="fgAcc0" presStyleIdx="1" presStyleCnt="6">
        <dgm:presLayoutVars>
          <dgm:chPref val="3"/>
        </dgm:presLayoutVars>
      </dgm:prSet>
      <dgm:spPr/>
    </dgm:pt>
    <dgm:pt modelId="{FECFB753-C598-4990-9414-79DA9BD7777F}" type="pres">
      <dgm:prSet presAssocID="{637F7EE8-E178-49AB-8564-CA02CA51D940}" presName="hierChild2" presStyleCnt="0"/>
      <dgm:spPr/>
    </dgm:pt>
    <dgm:pt modelId="{32B2A7C9-B5A3-4B48-A24D-7893D597B64A}" type="pres">
      <dgm:prSet presAssocID="{63B2A15A-2FF2-475F-9DAF-CE7B83096B79}" presName="hierRoot1" presStyleCnt="0"/>
      <dgm:spPr/>
    </dgm:pt>
    <dgm:pt modelId="{DAFA85BC-F43D-4E3A-B240-AB40F7B4D492}" type="pres">
      <dgm:prSet presAssocID="{63B2A15A-2FF2-475F-9DAF-CE7B83096B79}" presName="composite" presStyleCnt="0"/>
      <dgm:spPr/>
    </dgm:pt>
    <dgm:pt modelId="{4CED425D-4999-430D-92D5-10D99A0B8BBF}" type="pres">
      <dgm:prSet presAssocID="{63B2A15A-2FF2-475F-9DAF-CE7B83096B79}" presName="background" presStyleLbl="node0" presStyleIdx="2" presStyleCnt="6"/>
      <dgm:spPr/>
    </dgm:pt>
    <dgm:pt modelId="{FA9DC0DE-D89C-41CF-8ABD-F6B2D7644B19}" type="pres">
      <dgm:prSet presAssocID="{63B2A15A-2FF2-475F-9DAF-CE7B83096B79}" presName="text" presStyleLbl="fgAcc0" presStyleIdx="2" presStyleCnt="6">
        <dgm:presLayoutVars>
          <dgm:chPref val="3"/>
        </dgm:presLayoutVars>
      </dgm:prSet>
      <dgm:spPr/>
    </dgm:pt>
    <dgm:pt modelId="{9AA00AD8-A8CE-46BA-B6E4-8A8A7758D470}" type="pres">
      <dgm:prSet presAssocID="{63B2A15A-2FF2-475F-9DAF-CE7B83096B79}" presName="hierChild2" presStyleCnt="0"/>
      <dgm:spPr/>
    </dgm:pt>
    <dgm:pt modelId="{CFB35994-B7F4-42F5-8D56-B3654A4ECA73}" type="pres">
      <dgm:prSet presAssocID="{84F17FAB-E546-4F0B-8A28-7C2845C7DCFD}" presName="hierRoot1" presStyleCnt="0"/>
      <dgm:spPr/>
    </dgm:pt>
    <dgm:pt modelId="{B55896D1-B864-4AD3-9D72-A61F89F10CD8}" type="pres">
      <dgm:prSet presAssocID="{84F17FAB-E546-4F0B-8A28-7C2845C7DCFD}" presName="composite" presStyleCnt="0"/>
      <dgm:spPr/>
    </dgm:pt>
    <dgm:pt modelId="{FF67F267-504A-4C12-B32C-F0960FAD90E2}" type="pres">
      <dgm:prSet presAssocID="{84F17FAB-E546-4F0B-8A28-7C2845C7DCFD}" presName="background" presStyleLbl="node0" presStyleIdx="3" presStyleCnt="6"/>
      <dgm:spPr/>
    </dgm:pt>
    <dgm:pt modelId="{7AB76F44-0B2A-4BA8-BCA4-3B03C8947607}" type="pres">
      <dgm:prSet presAssocID="{84F17FAB-E546-4F0B-8A28-7C2845C7DCFD}" presName="text" presStyleLbl="fgAcc0" presStyleIdx="3" presStyleCnt="6">
        <dgm:presLayoutVars>
          <dgm:chPref val="3"/>
        </dgm:presLayoutVars>
      </dgm:prSet>
      <dgm:spPr/>
    </dgm:pt>
    <dgm:pt modelId="{2649205A-911C-460C-B902-92916D5AD6D1}" type="pres">
      <dgm:prSet presAssocID="{84F17FAB-E546-4F0B-8A28-7C2845C7DCFD}" presName="hierChild2" presStyleCnt="0"/>
      <dgm:spPr/>
    </dgm:pt>
    <dgm:pt modelId="{9BB3C8C6-32EB-4413-BB9F-B786F6277374}" type="pres">
      <dgm:prSet presAssocID="{133FBE4F-B302-43CD-B921-8E4C72892E4C}" presName="hierRoot1" presStyleCnt="0"/>
      <dgm:spPr/>
    </dgm:pt>
    <dgm:pt modelId="{A933B6D5-B755-49E3-92C1-0B74EB0A1D7B}" type="pres">
      <dgm:prSet presAssocID="{133FBE4F-B302-43CD-B921-8E4C72892E4C}" presName="composite" presStyleCnt="0"/>
      <dgm:spPr/>
    </dgm:pt>
    <dgm:pt modelId="{3211F0FF-08BF-46FD-AF8E-999617C0BE76}" type="pres">
      <dgm:prSet presAssocID="{133FBE4F-B302-43CD-B921-8E4C72892E4C}" presName="background" presStyleLbl="node0" presStyleIdx="4" presStyleCnt="6"/>
      <dgm:spPr/>
    </dgm:pt>
    <dgm:pt modelId="{02CF67E6-C72F-4254-A1ED-2A885FD59F65}" type="pres">
      <dgm:prSet presAssocID="{133FBE4F-B302-43CD-B921-8E4C72892E4C}" presName="text" presStyleLbl="fgAcc0" presStyleIdx="4" presStyleCnt="6">
        <dgm:presLayoutVars>
          <dgm:chPref val="3"/>
        </dgm:presLayoutVars>
      </dgm:prSet>
      <dgm:spPr/>
    </dgm:pt>
    <dgm:pt modelId="{481B26F5-8870-409A-B3F6-731EDE76BC55}" type="pres">
      <dgm:prSet presAssocID="{133FBE4F-B302-43CD-B921-8E4C72892E4C}" presName="hierChild2" presStyleCnt="0"/>
      <dgm:spPr/>
    </dgm:pt>
    <dgm:pt modelId="{ADBCE23B-C348-41D3-A2B1-3EAB3939A345}" type="pres">
      <dgm:prSet presAssocID="{CFFB7D72-207F-4B6D-BE4A-AEED4BA6FB51}" presName="hierRoot1" presStyleCnt="0"/>
      <dgm:spPr/>
    </dgm:pt>
    <dgm:pt modelId="{EC9B3225-86E7-4D3E-BCB4-DA4BC3B2328D}" type="pres">
      <dgm:prSet presAssocID="{CFFB7D72-207F-4B6D-BE4A-AEED4BA6FB51}" presName="composite" presStyleCnt="0"/>
      <dgm:spPr/>
    </dgm:pt>
    <dgm:pt modelId="{E6229891-9F07-40C8-AB93-2F9A05920B02}" type="pres">
      <dgm:prSet presAssocID="{CFFB7D72-207F-4B6D-BE4A-AEED4BA6FB51}" presName="background" presStyleLbl="node0" presStyleIdx="5" presStyleCnt="6"/>
      <dgm:spPr/>
    </dgm:pt>
    <dgm:pt modelId="{2CD0FBB0-DE1E-4FF2-912F-C4958ACEBBD5}" type="pres">
      <dgm:prSet presAssocID="{CFFB7D72-207F-4B6D-BE4A-AEED4BA6FB51}" presName="text" presStyleLbl="fgAcc0" presStyleIdx="5" presStyleCnt="6">
        <dgm:presLayoutVars>
          <dgm:chPref val="3"/>
        </dgm:presLayoutVars>
      </dgm:prSet>
      <dgm:spPr/>
    </dgm:pt>
    <dgm:pt modelId="{E152A136-D45B-471E-B3D1-EDEB76F2D71C}" type="pres">
      <dgm:prSet presAssocID="{CFFB7D72-207F-4B6D-BE4A-AEED4BA6FB51}" presName="hierChild2" presStyleCnt="0"/>
      <dgm:spPr/>
    </dgm:pt>
  </dgm:ptLst>
  <dgm:cxnLst>
    <dgm:cxn modelId="{1D4D2906-484D-42E6-9D2C-19DC75C3DE08}" srcId="{D42D2FB4-C1C2-4E7C-8FB8-5D95F0DC7E0F}" destId="{133FBE4F-B302-43CD-B921-8E4C72892E4C}" srcOrd="4" destOrd="0" parTransId="{12866F32-0F0C-4F4F-AD1A-47B95B11E9B1}" sibTransId="{1210C54B-A2F9-40E9-93C9-AC38E9530924}"/>
    <dgm:cxn modelId="{3090352D-CADE-4521-929F-CF27A13B6440}" type="presOf" srcId="{133FBE4F-B302-43CD-B921-8E4C72892E4C}" destId="{02CF67E6-C72F-4254-A1ED-2A885FD59F65}" srcOrd="0" destOrd="0" presId="urn:microsoft.com/office/officeart/2005/8/layout/hierarchy1"/>
    <dgm:cxn modelId="{7C977E39-09B8-484D-A942-7899EFE30654}" srcId="{D42D2FB4-C1C2-4E7C-8FB8-5D95F0DC7E0F}" destId="{637F7EE8-E178-49AB-8564-CA02CA51D940}" srcOrd="1" destOrd="0" parTransId="{0AE2975B-FA9D-440E-BFAC-73E5E5697324}" sibTransId="{8EB07204-9191-41BE-AA92-C28FD733898A}"/>
    <dgm:cxn modelId="{D5241E4D-F1E3-48C3-A1B0-58C72874F2C3}" srcId="{D42D2FB4-C1C2-4E7C-8FB8-5D95F0DC7E0F}" destId="{CFFB7D72-207F-4B6D-BE4A-AEED4BA6FB51}" srcOrd="5" destOrd="0" parTransId="{DB6C97CE-C0DA-4CE5-8E3F-44E37E540557}" sibTransId="{0C974299-9ADD-4A8F-B0DD-85032D4D31DF}"/>
    <dgm:cxn modelId="{813AF572-B5E6-45F7-8506-68CD313A466D}" type="presOf" srcId="{CFFB7D72-207F-4B6D-BE4A-AEED4BA6FB51}" destId="{2CD0FBB0-DE1E-4FF2-912F-C4958ACEBBD5}" srcOrd="0" destOrd="0" presId="urn:microsoft.com/office/officeart/2005/8/layout/hierarchy1"/>
    <dgm:cxn modelId="{F82FE59C-EB07-49AC-8B08-7306890E653A}" type="presOf" srcId="{B3037F56-A86A-492E-851F-CB52FA97D34B}" destId="{7F3EA8A2-798D-4438-94E7-A7BA1ED0E470}" srcOrd="0" destOrd="0" presId="urn:microsoft.com/office/officeart/2005/8/layout/hierarchy1"/>
    <dgm:cxn modelId="{75F2B3B2-5A94-4B40-A3C9-00FA0C07BBE8}" type="presOf" srcId="{84F17FAB-E546-4F0B-8A28-7C2845C7DCFD}" destId="{7AB76F44-0B2A-4BA8-BCA4-3B03C8947607}" srcOrd="0" destOrd="0" presId="urn:microsoft.com/office/officeart/2005/8/layout/hierarchy1"/>
    <dgm:cxn modelId="{1F0454B6-5CB9-41FB-8B0B-9456DE41174F}" srcId="{D42D2FB4-C1C2-4E7C-8FB8-5D95F0DC7E0F}" destId="{63B2A15A-2FF2-475F-9DAF-CE7B83096B79}" srcOrd="2" destOrd="0" parTransId="{3D4E77E3-C56C-4B3D-8EB5-575989603BC9}" sibTransId="{0C2CDF96-745E-431A-8143-CCD45335D924}"/>
    <dgm:cxn modelId="{564884C5-8941-4768-9AF4-E824D01CB387}" type="presOf" srcId="{637F7EE8-E178-49AB-8564-CA02CA51D940}" destId="{0A59173F-6260-432C-82B4-B34FABEEF059}" srcOrd="0" destOrd="0" presId="urn:microsoft.com/office/officeart/2005/8/layout/hierarchy1"/>
    <dgm:cxn modelId="{5FA7FED2-FF6D-4905-B613-08976857AA80}" srcId="{D42D2FB4-C1C2-4E7C-8FB8-5D95F0DC7E0F}" destId="{84F17FAB-E546-4F0B-8A28-7C2845C7DCFD}" srcOrd="3" destOrd="0" parTransId="{D018D29C-601E-4E69-BD81-3B0EBCFC8ECE}" sibTransId="{310F1992-CF9D-4ED3-BFAA-0E7CBCB83261}"/>
    <dgm:cxn modelId="{EBE1FCDD-66FF-4A97-8B7B-150340343654}" srcId="{D42D2FB4-C1C2-4E7C-8FB8-5D95F0DC7E0F}" destId="{B3037F56-A86A-492E-851F-CB52FA97D34B}" srcOrd="0" destOrd="0" parTransId="{3E216F42-A3A2-4964-8984-EF42E2A48120}" sibTransId="{3D23D601-ECCD-4AF1-BF0D-32D64FC6E7AF}"/>
    <dgm:cxn modelId="{EA57F9EE-71FB-4874-8572-73D794E256EF}" type="presOf" srcId="{63B2A15A-2FF2-475F-9DAF-CE7B83096B79}" destId="{FA9DC0DE-D89C-41CF-8ABD-F6B2D7644B19}" srcOrd="0" destOrd="0" presId="urn:microsoft.com/office/officeart/2005/8/layout/hierarchy1"/>
    <dgm:cxn modelId="{92A69FF0-9589-4C8A-A45D-A7159C45C756}" type="presOf" srcId="{D42D2FB4-C1C2-4E7C-8FB8-5D95F0DC7E0F}" destId="{374C5487-F165-49E0-9CBD-916576A8D704}" srcOrd="0" destOrd="0" presId="urn:microsoft.com/office/officeart/2005/8/layout/hierarchy1"/>
    <dgm:cxn modelId="{CB46AE64-2323-42AD-B261-9C9A15EE523B}" type="presParOf" srcId="{374C5487-F165-49E0-9CBD-916576A8D704}" destId="{83C055D7-7B0B-4144-BAD8-E0FC335B516B}" srcOrd="0" destOrd="0" presId="urn:microsoft.com/office/officeart/2005/8/layout/hierarchy1"/>
    <dgm:cxn modelId="{FA6A7A3E-F01C-4363-8DAB-20984A2A8472}" type="presParOf" srcId="{83C055D7-7B0B-4144-BAD8-E0FC335B516B}" destId="{10A8388B-DAD9-469C-870C-D6DCCA874513}" srcOrd="0" destOrd="0" presId="urn:microsoft.com/office/officeart/2005/8/layout/hierarchy1"/>
    <dgm:cxn modelId="{73A4B8FF-97BD-4610-844E-E8AD5B3E6172}" type="presParOf" srcId="{10A8388B-DAD9-469C-870C-D6DCCA874513}" destId="{ACF4116E-61D9-45A6-8027-D1131AFB51FA}" srcOrd="0" destOrd="0" presId="urn:microsoft.com/office/officeart/2005/8/layout/hierarchy1"/>
    <dgm:cxn modelId="{FF44BEC7-6318-4E71-8A1E-2010A6459BDC}" type="presParOf" srcId="{10A8388B-DAD9-469C-870C-D6DCCA874513}" destId="{7F3EA8A2-798D-4438-94E7-A7BA1ED0E470}" srcOrd="1" destOrd="0" presId="urn:microsoft.com/office/officeart/2005/8/layout/hierarchy1"/>
    <dgm:cxn modelId="{27C03E09-3DFE-4151-AA7A-68290257ADA7}" type="presParOf" srcId="{83C055D7-7B0B-4144-BAD8-E0FC335B516B}" destId="{A333E4DC-5863-408E-A4F8-D9A07D5C603D}" srcOrd="1" destOrd="0" presId="urn:microsoft.com/office/officeart/2005/8/layout/hierarchy1"/>
    <dgm:cxn modelId="{26CC6CC5-EAEA-45BD-AF97-7AE64AC0DC2F}" type="presParOf" srcId="{374C5487-F165-49E0-9CBD-916576A8D704}" destId="{5F3F3B5B-F5E1-40EF-926C-50823031BA12}" srcOrd="1" destOrd="0" presId="urn:microsoft.com/office/officeart/2005/8/layout/hierarchy1"/>
    <dgm:cxn modelId="{85DEE27C-8583-443B-A8AB-8E9742028967}" type="presParOf" srcId="{5F3F3B5B-F5E1-40EF-926C-50823031BA12}" destId="{F9F50A4E-F58D-47E5-9FC6-6DA54475B70A}" srcOrd="0" destOrd="0" presId="urn:microsoft.com/office/officeart/2005/8/layout/hierarchy1"/>
    <dgm:cxn modelId="{16BCAB7A-AB82-4626-ADC0-91DAA8596D6E}" type="presParOf" srcId="{F9F50A4E-F58D-47E5-9FC6-6DA54475B70A}" destId="{B535BFE9-AFF1-465F-A92F-49BFC6E09CCD}" srcOrd="0" destOrd="0" presId="urn:microsoft.com/office/officeart/2005/8/layout/hierarchy1"/>
    <dgm:cxn modelId="{F99B42B1-FAB1-4E4A-969F-D66CE12181FC}" type="presParOf" srcId="{F9F50A4E-F58D-47E5-9FC6-6DA54475B70A}" destId="{0A59173F-6260-432C-82B4-B34FABEEF059}" srcOrd="1" destOrd="0" presId="urn:microsoft.com/office/officeart/2005/8/layout/hierarchy1"/>
    <dgm:cxn modelId="{C5208F0F-302B-43FA-BE3E-9958EA78FAD5}" type="presParOf" srcId="{5F3F3B5B-F5E1-40EF-926C-50823031BA12}" destId="{FECFB753-C598-4990-9414-79DA9BD7777F}" srcOrd="1" destOrd="0" presId="urn:microsoft.com/office/officeart/2005/8/layout/hierarchy1"/>
    <dgm:cxn modelId="{D48B5AE3-DC06-4535-B62A-3C3D80A728D4}" type="presParOf" srcId="{374C5487-F165-49E0-9CBD-916576A8D704}" destId="{32B2A7C9-B5A3-4B48-A24D-7893D597B64A}" srcOrd="2" destOrd="0" presId="urn:microsoft.com/office/officeart/2005/8/layout/hierarchy1"/>
    <dgm:cxn modelId="{025BA2AB-09B8-46DB-AED7-4EF08638098F}" type="presParOf" srcId="{32B2A7C9-B5A3-4B48-A24D-7893D597B64A}" destId="{DAFA85BC-F43D-4E3A-B240-AB40F7B4D492}" srcOrd="0" destOrd="0" presId="urn:microsoft.com/office/officeart/2005/8/layout/hierarchy1"/>
    <dgm:cxn modelId="{7239C1E9-B520-4318-9929-9389F461AEEA}" type="presParOf" srcId="{DAFA85BC-F43D-4E3A-B240-AB40F7B4D492}" destId="{4CED425D-4999-430D-92D5-10D99A0B8BBF}" srcOrd="0" destOrd="0" presId="urn:microsoft.com/office/officeart/2005/8/layout/hierarchy1"/>
    <dgm:cxn modelId="{16AF671B-A019-46EF-BA91-3B68C2E4C604}" type="presParOf" srcId="{DAFA85BC-F43D-4E3A-B240-AB40F7B4D492}" destId="{FA9DC0DE-D89C-41CF-8ABD-F6B2D7644B19}" srcOrd="1" destOrd="0" presId="urn:microsoft.com/office/officeart/2005/8/layout/hierarchy1"/>
    <dgm:cxn modelId="{7145F66A-D78E-4C50-9062-558B1EA5CE18}" type="presParOf" srcId="{32B2A7C9-B5A3-4B48-A24D-7893D597B64A}" destId="{9AA00AD8-A8CE-46BA-B6E4-8A8A7758D470}" srcOrd="1" destOrd="0" presId="urn:microsoft.com/office/officeart/2005/8/layout/hierarchy1"/>
    <dgm:cxn modelId="{4CF72A25-8915-4335-80F3-52EB72EF5201}" type="presParOf" srcId="{374C5487-F165-49E0-9CBD-916576A8D704}" destId="{CFB35994-B7F4-42F5-8D56-B3654A4ECA73}" srcOrd="3" destOrd="0" presId="urn:microsoft.com/office/officeart/2005/8/layout/hierarchy1"/>
    <dgm:cxn modelId="{C885EAAA-45C1-4554-AB95-6A21C96E762E}" type="presParOf" srcId="{CFB35994-B7F4-42F5-8D56-B3654A4ECA73}" destId="{B55896D1-B864-4AD3-9D72-A61F89F10CD8}" srcOrd="0" destOrd="0" presId="urn:microsoft.com/office/officeart/2005/8/layout/hierarchy1"/>
    <dgm:cxn modelId="{B722386B-A08C-4C7F-9E7A-281AFAED81E2}" type="presParOf" srcId="{B55896D1-B864-4AD3-9D72-A61F89F10CD8}" destId="{FF67F267-504A-4C12-B32C-F0960FAD90E2}" srcOrd="0" destOrd="0" presId="urn:microsoft.com/office/officeart/2005/8/layout/hierarchy1"/>
    <dgm:cxn modelId="{D715DE6C-4099-4D3D-AE04-8E282E35BDF1}" type="presParOf" srcId="{B55896D1-B864-4AD3-9D72-A61F89F10CD8}" destId="{7AB76F44-0B2A-4BA8-BCA4-3B03C8947607}" srcOrd="1" destOrd="0" presId="urn:microsoft.com/office/officeart/2005/8/layout/hierarchy1"/>
    <dgm:cxn modelId="{C52C5554-874E-4ACE-955B-8F7A9C547DF2}" type="presParOf" srcId="{CFB35994-B7F4-42F5-8D56-B3654A4ECA73}" destId="{2649205A-911C-460C-B902-92916D5AD6D1}" srcOrd="1" destOrd="0" presId="urn:microsoft.com/office/officeart/2005/8/layout/hierarchy1"/>
    <dgm:cxn modelId="{095000A7-C1CC-44D8-BE42-8E934CCBE4AA}" type="presParOf" srcId="{374C5487-F165-49E0-9CBD-916576A8D704}" destId="{9BB3C8C6-32EB-4413-BB9F-B786F6277374}" srcOrd="4" destOrd="0" presId="urn:microsoft.com/office/officeart/2005/8/layout/hierarchy1"/>
    <dgm:cxn modelId="{FB1EECBA-84A3-459C-BD39-7ACE2AB7D864}" type="presParOf" srcId="{9BB3C8C6-32EB-4413-BB9F-B786F6277374}" destId="{A933B6D5-B755-49E3-92C1-0B74EB0A1D7B}" srcOrd="0" destOrd="0" presId="urn:microsoft.com/office/officeart/2005/8/layout/hierarchy1"/>
    <dgm:cxn modelId="{92E7A94D-E1F0-44FF-8C8B-5929BDEE0C5A}" type="presParOf" srcId="{A933B6D5-B755-49E3-92C1-0B74EB0A1D7B}" destId="{3211F0FF-08BF-46FD-AF8E-999617C0BE76}" srcOrd="0" destOrd="0" presId="urn:microsoft.com/office/officeart/2005/8/layout/hierarchy1"/>
    <dgm:cxn modelId="{82033F00-340A-4960-B0D1-CE506D18A095}" type="presParOf" srcId="{A933B6D5-B755-49E3-92C1-0B74EB0A1D7B}" destId="{02CF67E6-C72F-4254-A1ED-2A885FD59F65}" srcOrd="1" destOrd="0" presId="urn:microsoft.com/office/officeart/2005/8/layout/hierarchy1"/>
    <dgm:cxn modelId="{A3DD3101-4761-4E40-A1CD-4E10C59B3321}" type="presParOf" srcId="{9BB3C8C6-32EB-4413-BB9F-B786F6277374}" destId="{481B26F5-8870-409A-B3F6-731EDE76BC55}" srcOrd="1" destOrd="0" presId="urn:microsoft.com/office/officeart/2005/8/layout/hierarchy1"/>
    <dgm:cxn modelId="{733D84E3-DF65-412C-BD6D-A43446DFF1E9}" type="presParOf" srcId="{374C5487-F165-49E0-9CBD-916576A8D704}" destId="{ADBCE23B-C348-41D3-A2B1-3EAB3939A345}" srcOrd="5" destOrd="0" presId="urn:microsoft.com/office/officeart/2005/8/layout/hierarchy1"/>
    <dgm:cxn modelId="{86C99EFD-CAC8-4818-A9C2-179377BB1FA0}" type="presParOf" srcId="{ADBCE23B-C348-41D3-A2B1-3EAB3939A345}" destId="{EC9B3225-86E7-4D3E-BCB4-DA4BC3B2328D}" srcOrd="0" destOrd="0" presId="urn:microsoft.com/office/officeart/2005/8/layout/hierarchy1"/>
    <dgm:cxn modelId="{AD2CAF5A-BD7A-487B-A56C-D21444B62132}" type="presParOf" srcId="{EC9B3225-86E7-4D3E-BCB4-DA4BC3B2328D}" destId="{E6229891-9F07-40C8-AB93-2F9A05920B02}" srcOrd="0" destOrd="0" presId="urn:microsoft.com/office/officeart/2005/8/layout/hierarchy1"/>
    <dgm:cxn modelId="{6AE64F8A-3C92-4306-A728-D83414ED1A4B}" type="presParOf" srcId="{EC9B3225-86E7-4D3E-BCB4-DA4BC3B2328D}" destId="{2CD0FBB0-DE1E-4FF2-912F-C4958ACEBBD5}" srcOrd="1" destOrd="0" presId="urn:microsoft.com/office/officeart/2005/8/layout/hierarchy1"/>
    <dgm:cxn modelId="{C1F4830A-01C6-4DC6-A0CE-D80DDA71F611}" type="presParOf" srcId="{ADBCE23B-C348-41D3-A2B1-3EAB3939A345}" destId="{E152A136-D45B-471E-B3D1-EDEB76F2D71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6367F0-285D-4E4C-9C9B-8AF1F23706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1A378FE-9C2E-4F63-A8AF-BF74689F685D}">
      <dgm:prSet/>
      <dgm:spPr/>
      <dgm:t>
        <a:bodyPr/>
        <a:lstStyle/>
        <a:p>
          <a:r>
            <a:rPr lang="es-MX" dirty="0"/>
            <a:t>Problemas antes de la llegada SGBD: Mantener información en un sistema de procesamiento de archivos acarrea grandes inconvenientes:</a:t>
          </a:r>
          <a:endParaRPr lang="en-US" dirty="0"/>
        </a:p>
      </dgm:t>
    </dgm:pt>
    <dgm:pt modelId="{6A5602C9-CF52-45D6-8D37-70A5DA54F319}" type="parTrans" cxnId="{DBEC14F3-2388-44FC-B5DD-3575265CDA71}">
      <dgm:prSet/>
      <dgm:spPr/>
      <dgm:t>
        <a:bodyPr/>
        <a:lstStyle/>
        <a:p>
          <a:endParaRPr lang="en-US"/>
        </a:p>
      </dgm:t>
    </dgm:pt>
    <dgm:pt modelId="{611404D6-EA85-4606-B956-8E827AE09674}" type="sibTrans" cxnId="{DBEC14F3-2388-44FC-B5DD-3575265CDA71}">
      <dgm:prSet/>
      <dgm:spPr/>
      <dgm:t>
        <a:bodyPr/>
        <a:lstStyle/>
        <a:p>
          <a:endParaRPr lang="en-US"/>
        </a:p>
      </dgm:t>
    </dgm:pt>
    <dgm:pt modelId="{26ACF2BD-C6A3-47DB-A49E-6C1FE29DD1E6}">
      <dgm:prSet/>
      <dgm:spPr/>
      <dgm:t>
        <a:bodyPr/>
        <a:lstStyle/>
        <a:p>
          <a:r>
            <a:rPr lang="es-MX" dirty="0"/>
            <a:t>Seguridad y Acceso</a:t>
          </a:r>
          <a:endParaRPr lang="en-US" dirty="0"/>
        </a:p>
      </dgm:t>
    </dgm:pt>
    <dgm:pt modelId="{153E91C0-A962-4B09-A0E3-0B8CD0C9629D}" type="parTrans" cxnId="{7406A5D5-C169-4059-B1CA-C6618193B13E}">
      <dgm:prSet/>
      <dgm:spPr/>
      <dgm:t>
        <a:bodyPr/>
        <a:lstStyle/>
        <a:p>
          <a:endParaRPr lang="en-US"/>
        </a:p>
      </dgm:t>
    </dgm:pt>
    <dgm:pt modelId="{02EF9B61-D39A-49BC-A2B4-74DDAD358DC1}" type="sibTrans" cxnId="{7406A5D5-C169-4059-B1CA-C6618193B13E}">
      <dgm:prSet/>
      <dgm:spPr/>
      <dgm:t>
        <a:bodyPr/>
        <a:lstStyle/>
        <a:p>
          <a:endParaRPr lang="en-US"/>
        </a:p>
      </dgm:t>
    </dgm:pt>
    <dgm:pt modelId="{EB8DE8FA-49EB-4CA1-9352-556E1DA664A3}">
      <dgm:prSet/>
      <dgm:spPr/>
      <dgm:t>
        <a:bodyPr/>
        <a:lstStyle/>
        <a:p>
          <a:r>
            <a:rPr lang="es-MX" dirty="0"/>
            <a:t>Respaldo y Recuperación (</a:t>
          </a:r>
          <a:r>
            <a:rPr lang="es-MX" dirty="0" err="1"/>
            <a:t>Backup</a:t>
          </a:r>
          <a:r>
            <a:rPr lang="es-MX"/>
            <a:t> &amp; Recovery) </a:t>
          </a:r>
          <a:endParaRPr lang="en-US"/>
        </a:p>
      </dgm:t>
    </dgm:pt>
    <dgm:pt modelId="{F1557CAB-903C-4DD1-B502-0C4C927A77B9}" type="parTrans" cxnId="{1A8F94CF-6857-40B7-84C6-50815129D065}">
      <dgm:prSet/>
      <dgm:spPr/>
      <dgm:t>
        <a:bodyPr/>
        <a:lstStyle/>
        <a:p>
          <a:endParaRPr lang="en-US"/>
        </a:p>
      </dgm:t>
    </dgm:pt>
    <dgm:pt modelId="{9AAD99C6-1777-4B61-BEAF-09DA2A626FD1}" type="sibTrans" cxnId="{1A8F94CF-6857-40B7-84C6-50815129D065}">
      <dgm:prSet/>
      <dgm:spPr/>
      <dgm:t>
        <a:bodyPr/>
        <a:lstStyle/>
        <a:p>
          <a:endParaRPr lang="en-US"/>
        </a:p>
      </dgm:t>
    </dgm:pt>
    <dgm:pt modelId="{77579A8D-BA81-4F2F-AED5-27EA5CC0BE8E}">
      <dgm:prSet/>
      <dgm:spPr/>
      <dgm:t>
        <a:bodyPr/>
        <a:lstStyle/>
        <a:p>
          <a:r>
            <a:rPr lang="es-MX"/>
            <a:t>Rendimiento y Optimización</a:t>
          </a:r>
          <a:endParaRPr lang="en-US"/>
        </a:p>
      </dgm:t>
    </dgm:pt>
    <dgm:pt modelId="{A56F56E6-7EB2-4F66-A922-C36735771BF1}" type="parTrans" cxnId="{7F1BD298-4543-4A9D-93B2-8A49DA3AF48E}">
      <dgm:prSet/>
      <dgm:spPr/>
      <dgm:t>
        <a:bodyPr/>
        <a:lstStyle/>
        <a:p>
          <a:endParaRPr lang="en-US"/>
        </a:p>
      </dgm:t>
    </dgm:pt>
    <dgm:pt modelId="{6D6CB957-BD1F-4F38-B83A-50B1C527EBEB}" type="sibTrans" cxnId="{7F1BD298-4543-4A9D-93B2-8A49DA3AF48E}">
      <dgm:prSet/>
      <dgm:spPr/>
      <dgm:t>
        <a:bodyPr/>
        <a:lstStyle/>
        <a:p>
          <a:endParaRPr lang="en-US"/>
        </a:p>
      </dgm:t>
    </dgm:pt>
    <dgm:pt modelId="{45017B56-2BB6-4F12-B52E-45286C925C2F}">
      <dgm:prSet/>
      <dgm:spPr/>
      <dgm:t>
        <a:bodyPr/>
        <a:lstStyle/>
        <a:p>
          <a:r>
            <a:rPr lang="es-MX"/>
            <a:t>Instalación y Configuración</a:t>
          </a:r>
          <a:endParaRPr lang="en-US"/>
        </a:p>
      </dgm:t>
    </dgm:pt>
    <dgm:pt modelId="{E2A3CE33-279E-455D-9A5A-A026B36B3D90}" type="parTrans" cxnId="{5BA93015-5A10-4BC3-B88C-50EBC5A37A05}">
      <dgm:prSet/>
      <dgm:spPr/>
      <dgm:t>
        <a:bodyPr/>
        <a:lstStyle/>
        <a:p>
          <a:endParaRPr lang="en-US"/>
        </a:p>
      </dgm:t>
    </dgm:pt>
    <dgm:pt modelId="{80D96E53-EAC6-4948-AF93-8EDE8287F2E6}" type="sibTrans" cxnId="{5BA93015-5A10-4BC3-B88C-50EBC5A37A05}">
      <dgm:prSet/>
      <dgm:spPr/>
      <dgm:t>
        <a:bodyPr/>
        <a:lstStyle/>
        <a:p>
          <a:endParaRPr lang="en-US"/>
        </a:p>
      </dgm:t>
    </dgm:pt>
    <dgm:pt modelId="{AFC73056-2820-4BC6-B6F9-3B71AD63FFFD}">
      <dgm:prSet/>
      <dgm:spPr/>
      <dgm:t>
        <a:bodyPr/>
        <a:lstStyle/>
        <a:p>
          <a:r>
            <a:rPr lang="es-MX"/>
            <a:t>Diseño Físico y Gestión de Espacio</a:t>
          </a:r>
          <a:endParaRPr lang="en-US"/>
        </a:p>
      </dgm:t>
    </dgm:pt>
    <dgm:pt modelId="{7D79E0F5-CA87-4469-9A3D-AEC10F3F9BBC}" type="parTrans" cxnId="{E4D4E3DD-564E-4F48-AE08-97EB4B027E7E}">
      <dgm:prSet/>
      <dgm:spPr/>
      <dgm:t>
        <a:bodyPr/>
        <a:lstStyle/>
        <a:p>
          <a:endParaRPr lang="en-US"/>
        </a:p>
      </dgm:t>
    </dgm:pt>
    <dgm:pt modelId="{414B67D8-4481-411C-9C6F-4C01BC4D4D95}" type="sibTrans" cxnId="{E4D4E3DD-564E-4F48-AE08-97EB4B027E7E}">
      <dgm:prSet/>
      <dgm:spPr/>
      <dgm:t>
        <a:bodyPr/>
        <a:lstStyle/>
        <a:p>
          <a:endParaRPr lang="en-US"/>
        </a:p>
      </dgm:t>
    </dgm:pt>
    <dgm:pt modelId="{49DABF21-161E-4EC0-A67B-5391B9EDF3C6}">
      <dgm:prSet/>
      <dgm:spPr/>
      <dgm:t>
        <a:bodyPr/>
        <a:lstStyle/>
        <a:p>
          <a:r>
            <a:rPr lang="es-MX"/>
            <a:t>Integridad de Datos </a:t>
          </a:r>
          <a:endParaRPr lang="en-US"/>
        </a:p>
      </dgm:t>
    </dgm:pt>
    <dgm:pt modelId="{E49306E5-9BC5-455E-A17A-4F9CBDC0B745}" type="parTrans" cxnId="{2125C23F-4D46-4154-9DAF-3A32584F82FE}">
      <dgm:prSet/>
      <dgm:spPr/>
      <dgm:t>
        <a:bodyPr/>
        <a:lstStyle/>
        <a:p>
          <a:endParaRPr lang="en-US"/>
        </a:p>
      </dgm:t>
    </dgm:pt>
    <dgm:pt modelId="{DE2BE6FB-4A32-426B-B76A-9BC4178F1127}" type="sibTrans" cxnId="{2125C23F-4D46-4154-9DAF-3A32584F82FE}">
      <dgm:prSet/>
      <dgm:spPr/>
      <dgm:t>
        <a:bodyPr/>
        <a:lstStyle/>
        <a:p>
          <a:endParaRPr lang="en-US"/>
        </a:p>
      </dgm:t>
    </dgm:pt>
    <dgm:pt modelId="{B5D6CB5E-5501-4500-B871-B5FD8DC03653}">
      <dgm:prSet/>
      <dgm:spPr/>
      <dgm:t>
        <a:bodyPr/>
        <a:lstStyle/>
        <a:p>
          <a:r>
            <a:rPr lang="es-MX"/>
            <a:t>Monitoreo y Soporte</a:t>
          </a:r>
          <a:endParaRPr lang="en-US"/>
        </a:p>
      </dgm:t>
    </dgm:pt>
    <dgm:pt modelId="{866C0F50-03E1-4D72-B7E4-1018A9AF9654}" type="parTrans" cxnId="{3BA39EF7-B8A1-4D3E-8493-6D493AEDF9F3}">
      <dgm:prSet/>
      <dgm:spPr/>
      <dgm:t>
        <a:bodyPr/>
        <a:lstStyle/>
        <a:p>
          <a:endParaRPr lang="en-US"/>
        </a:p>
      </dgm:t>
    </dgm:pt>
    <dgm:pt modelId="{3E1DC3B2-B3F8-44F2-AA39-3649650F7E31}" type="sibTrans" cxnId="{3BA39EF7-B8A1-4D3E-8493-6D493AEDF9F3}">
      <dgm:prSet/>
      <dgm:spPr/>
      <dgm:t>
        <a:bodyPr/>
        <a:lstStyle/>
        <a:p>
          <a:endParaRPr lang="en-US"/>
        </a:p>
      </dgm:t>
    </dgm:pt>
    <dgm:pt modelId="{13926283-C53D-4582-A238-297A3F8698DA}">
      <dgm:prSet/>
      <dgm:spPr/>
      <dgm:t>
        <a:bodyPr/>
        <a:lstStyle/>
        <a:p>
          <a:r>
            <a:rPr lang="es-MX"/>
            <a:t>Además de estas tareas, los DBA modernos están adoptando roles de </a:t>
          </a:r>
          <a:r>
            <a:rPr lang="es-MX">
              <a:hlinkClick xmlns:r="http://schemas.openxmlformats.org/officeDocument/2006/relationships" r:id="rId1"/>
            </a:rPr>
            <a:t>DevOps</a:t>
          </a:r>
          <a:r>
            <a:rPr lang="es-MX"/>
            <a:t> y gestionando entornos en la nube (AWS, Azure).</a:t>
          </a:r>
          <a:endParaRPr lang="en-US"/>
        </a:p>
      </dgm:t>
    </dgm:pt>
    <dgm:pt modelId="{82F40026-6BBE-45C4-955D-A285B800CBE1}" type="parTrans" cxnId="{934BD0EB-5A1F-4865-A84E-4DC239800279}">
      <dgm:prSet/>
      <dgm:spPr/>
      <dgm:t>
        <a:bodyPr/>
        <a:lstStyle/>
        <a:p>
          <a:endParaRPr lang="en-US"/>
        </a:p>
      </dgm:t>
    </dgm:pt>
    <dgm:pt modelId="{0E766D63-7485-4974-8AD5-168A129F763A}" type="sibTrans" cxnId="{934BD0EB-5A1F-4865-A84E-4DC239800279}">
      <dgm:prSet/>
      <dgm:spPr/>
      <dgm:t>
        <a:bodyPr/>
        <a:lstStyle/>
        <a:p>
          <a:endParaRPr lang="en-US"/>
        </a:p>
      </dgm:t>
    </dgm:pt>
    <dgm:pt modelId="{3C93E3D0-FCF0-4510-ADB8-27081BD0BEF2}" type="pres">
      <dgm:prSet presAssocID="{EB6367F0-285D-4E4C-9C9B-8AF1F237065F}" presName="linear" presStyleCnt="0">
        <dgm:presLayoutVars>
          <dgm:animLvl val="lvl"/>
          <dgm:resizeHandles val="exact"/>
        </dgm:presLayoutVars>
      </dgm:prSet>
      <dgm:spPr/>
    </dgm:pt>
    <dgm:pt modelId="{5C4B9A9C-D5E0-41F8-BE05-C3D74093A546}" type="pres">
      <dgm:prSet presAssocID="{81A378FE-9C2E-4F63-A8AF-BF74689F685D}" presName="parentText" presStyleLbl="node1" presStyleIdx="0" presStyleCnt="2">
        <dgm:presLayoutVars>
          <dgm:chMax val="0"/>
          <dgm:bulletEnabled val="1"/>
        </dgm:presLayoutVars>
      </dgm:prSet>
      <dgm:spPr/>
    </dgm:pt>
    <dgm:pt modelId="{EC46DCB0-A00F-4D3F-83FA-D5AB8DB20555}" type="pres">
      <dgm:prSet presAssocID="{81A378FE-9C2E-4F63-A8AF-BF74689F685D}" presName="childText" presStyleLbl="revTx" presStyleIdx="0" presStyleCnt="1">
        <dgm:presLayoutVars>
          <dgm:bulletEnabled val="1"/>
        </dgm:presLayoutVars>
      </dgm:prSet>
      <dgm:spPr/>
    </dgm:pt>
    <dgm:pt modelId="{C5A252B0-9EAF-4490-BB9F-EF6BAB9999AA}" type="pres">
      <dgm:prSet presAssocID="{13926283-C53D-4582-A238-297A3F8698DA}" presName="parentText" presStyleLbl="node1" presStyleIdx="1" presStyleCnt="2">
        <dgm:presLayoutVars>
          <dgm:chMax val="0"/>
          <dgm:bulletEnabled val="1"/>
        </dgm:presLayoutVars>
      </dgm:prSet>
      <dgm:spPr/>
    </dgm:pt>
  </dgm:ptLst>
  <dgm:cxnLst>
    <dgm:cxn modelId="{5BA93015-5A10-4BC3-B88C-50EBC5A37A05}" srcId="{81A378FE-9C2E-4F63-A8AF-BF74689F685D}" destId="{45017B56-2BB6-4F12-B52E-45286C925C2F}" srcOrd="3" destOrd="0" parTransId="{E2A3CE33-279E-455D-9A5A-A026B36B3D90}" sibTransId="{80D96E53-EAC6-4948-AF93-8EDE8287F2E6}"/>
    <dgm:cxn modelId="{7468EB2B-D403-416E-9DF5-244619347D17}" type="presOf" srcId="{26ACF2BD-C6A3-47DB-A49E-6C1FE29DD1E6}" destId="{EC46DCB0-A00F-4D3F-83FA-D5AB8DB20555}" srcOrd="0" destOrd="0" presId="urn:microsoft.com/office/officeart/2005/8/layout/vList2"/>
    <dgm:cxn modelId="{03C51D36-A1A3-4673-A4F4-16ABDF8A9E60}" type="presOf" srcId="{45017B56-2BB6-4F12-B52E-45286C925C2F}" destId="{EC46DCB0-A00F-4D3F-83FA-D5AB8DB20555}" srcOrd="0" destOrd="3" presId="urn:microsoft.com/office/officeart/2005/8/layout/vList2"/>
    <dgm:cxn modelId="{2125C23F-4D46-4154-9DAF-3A32584F82FE}" srcId="{81A378FE-9C2E-4F63-A8AF-BF74689F685D}" destId="{49DABF21-161E-4EC0-A67B-5391B9EDF3C6}" srcOrd="5" destOrd="0" parTransId="{E49306E5-9BC5-455E-A17A-4F9CBDC0B745}" sibTransId="{DE2BE6FB-4A32-426B-B76A-9BC4178F1127}"/>
    <dgm:cxn modelId="{C265E85D-D322-4D17-8B62-4B94A60F2028}" type="presOf" srcId="{77579A8D-BA81-4F2F-AED5-27EA5CC0BE8E}" destId="{EC46DCB0-A00F-4D3F-83FA-D5AB8DB20555}" srcOrd="0" destOrd="2" presId="urn:microsoft.com/office/officeart/2005/8/layout/vList2"/>
    <dgm:cxn modelId="{AD23C75F-B5D8-4F8B-B107-7343738B2FF5}" type="presOf" srcId="{49DABF21-161E-4EC0-A67B-5391B9EDF3C6}" destId="{EC46DCB0-A00F-4D3F-83FA-D5AB8DB20555}" srcOrd="0" destOrd="5" presId="urn:microsoft.com/office/officeart/2005/8/layout/vList2"/>
    <dgm:cxn modelId="{18567941-A3AB-4B0F-9D5B-F09BB23292B5}" type="presOf" srcId="{81A378FE-9C2E-4F63-A8AF-BF74689F685D}" destId="{5C4B9A9C-D5E0-41F8-BE05-C3D74093A546}" srcOrd="0" destOrd="0" presId="urn:microsoft.com/office/officeart/2005/8/layout/vList2"/>
    <dgm:cxn modelId="{2D40DC6D-F938-416A-A4B2-BC7A3A774128}" type="presOf" srcId="{B5D6CB5E-5501-4500-B871-B5FD8DC03653}" destId="{EC46DCB0-A00F-4D3F-83FA-D5AB8DB20555}" srcOrd="0" destOrd="6" presId="urn:microsoft.com/office/officeart/2005/8/layout/vList2"/>
    <dgm:cxn modelId="{3E1C4B4E-AEA8-4FE2-9F84-F7A5A7B1613A}" type="presOf" srcId="{AFC73056-2820-4BC6-B6F9-3B71AD63FFFD}" destId="{EC46DCB0-A00F-4D3F-83FA-D5AB8DB20555}" srcOrd="0" destOrd="4" presId="urn:microsoft.com/office/officeart/2005/8/layout/vList2"/>
    <dgm:cxn modelId="{7F1BD298-4543-4A9D-93B2-8A49DA3AF48E}" srcId="{81A378FE-9C2E-4F63-A8AF-BF74689F685D}" destId="{77579A8D-BA81-4F2F-AED5-27EA5CC0BE8E}" srcOrd="2" destOrd="0" parTransId="{A56F56E6-7EB2-4F66-A922-C36735771BF1}" sibTransId="{6D6CB957-BD1F-4F38-B83A-50B1C527EBEB}"/>
    <dgm:cxn modelId="{07F9F1A8-39FE-4F2B-82FD-6B6A275CFDFD}" type="presOf" srcId="{EB6367F0-285D-4E4C-9C9B-8AF1F237065F}" destId="{3C93E3D0-FCF0-4510-ADB8-27081BD0BEF2}" srcOrd="0" destOrd="0" presId="urn:microsoft.com/office/officeart/2005/8/layout/vList2"/>
    <dgm:cxn modelId="{52AE39A9-8FDC-41B3-920F-0CA7ACFFDB87}" type="presOf" srcId="{EB8DE8FA-49EB-4CA1-9352-556E1DA664A3}" destId="{EC46DCB0-A00F-4D3F-83FA-D5AB8DB20555}" srcOrd="0" destOrd="1" presId="urn:microsoft.com/office/officeart/2005/8/layout/vList2"/>
    <dgm:cxn modelId="{1A8F94CF-6857-40B7-84C6-50815129D065}" srcId="{81A378FE-9C2E-4F63-A8AF-BF74689F685D}" destId="{EB8DE8FA-49EB-4CA1-9352-556E1DA664A3}" srcOrd="1" destOrd="0" parTransId="{F1557CAB-903C-4DD1-B502-0C4C927A77B9}" sibTransId="{9AAD99C6-1777-4B61-BEAF-09DA2A626FD1}"/>
    <dgm:cxn modelId="{7406A5D5-C169-4059-B1CA-C6618193B13E}" srcId="{81A378FE-9C2E-4F63-A8AF-BF74689F685D}" destId="{26ACF2BD-C6A3-47DB-A49E-6C1FE29DD1E6}" srcOrd="0" destOrd="0" parTransId="{153E91C0-A962-4B09-A0E3-0B8CD0C9629D}" sibTransId="{02EF9B61-D39A-49BC-A2B4-74DDAD358DC1}"/>
    <dgm:cxn modelId="{E4D4E3DD-564E-4F48-AE08-97EB4B027E7E}" srcId="{81A378FE-9C2E-4F63-A8AF-BF74689F685D}" destId="{AFC73056-2820-4BC6-B6F9-3B71AD63FFFD}" srcOrd="4" destOrd="0" parTransId="{7D79E0F5-CA87-4469-9A3D-AEC10F3F9BBC}" sibTransId="{414B67D8-4481-411C-9C6F-4C01BC4D4D95}"/>
    <dgm:cxn modelId="{31270EE5-1F16-4BE9-99D2-1A6F4D5F7407}" type="presOf" srcId="{13926283-C53D-4582-A238-297A3F8698DA}" destId="{C5A252B0-9EAF-4490-BB9F-EF6BAB9999AA}" srcOrd="0" destOrd="0" presId="urn:microsoft.com/office/officeart/2005/8/layout/vList2"/>
    <dgm:cxn modelId="{934BD0EB-5A1F-4865-A84E-4DC239800279}" srcId="{EB6367F0-285D-4E4C-9C9B-8AF1F237065F}" destId="{13926283-C53D-4582-A238-297A3F8698DA}" srcOrd="1" destOrd="0" parTransId="{82F40026-6BBE-45C4-955D-A285B800CBE1}" sibTransId="{0E766D63-7485-4974-8AD5-168A129F763A}"/>
    <dgm:cxn modelId="{DBEC14F3-2388-44FC-B5DD-3575265CDA71}" srcId="{EB6367F0-285D-4E4C-9C9B-8AF1F237065F}" destId="{81A378FE-9C2E-4F63-A8AF-BF74689F685D}" srcOrd="0" destOrd="0" parTransId="{6A5602C9-CF52-45D6-8D37-70A5DA54F319}" sibTransId="{611404D6-EA85-4606-B956-8E827AE09674}"/>
    <dgm:cxn modelId="{3BA39EF7-B8A1-4D3E-8493-6D493AEDF9F3}" srcId="{81A378FE-9C2E-4F63-A8AF-BF74689F685D}" destId="{B5D6CB5E-5501-4500-B871-B5FD8DC03653}" srcOrd="6" destOrd="0" parTransId="{866C0F50-03E1-4D72-B7E4-1018A9AF9654}" sibTransId="{3E1DC3B2-B3F8-44F2-AA39-3649650F7E31}"/>
    <dgm:cxn modelId="{29108396-CFB6-4D80-9ECD-5D6B2986F018}" type="presParOf" srcId="{3C93E3D0-FCF0-4510-ADB8-27081BD0BEF2}" destId="{5C4B9A9C-D5E0-41F8-BE05-C3D74093A546}" srcOrd="0" destOrd="0" presId="urn:microsoft.com/office/officeart/2005/8/layout/vList2"/>
    <dgm:cxn modelId="{C673C9EF-2BD6-44F3-B9F1-6EB26B0C59E0}" type="presParOf" srcId="{3C93E3D0-FCF0-4510-ADB8-27081BD0BEF2}" destId="{EC46DCB0-A00F-4D3F-83FA-D5AB8DB20555}" srcOrd="1" destOrd="0" presId="urn:microsoft.com/office/officeart/2005/8/layout/vList2"/>
    <dgm:cxn modelId="{99B38C69-7C14-4314-B1F3-DEEB62F4FB94}" type="presParOf" srcId="{3C93E3D0-FCF0-4510-ADB8-27081BD0BEF2}" destId="{C5A252B0-9EAF-4490-BB9F-EF6BAB9999A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F4116E-61D9-45A6-8027-D1131AFB51FA}">
      <dsp:nvSpPr>
        <dsp:cNvPr id="0" name=""/>
        <dsp:cNvSpPr/>
      </dsp:nvSpPr>
      <dsp:spPr>
        <a:xfrm>
          <a:off x="1193"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F3EA8A2-798D-4438-94E7-A7BA1ED0E470}">
      <dsp:nvSpPr>
        <dsp:cNvPr id="0" name=""/>
        <dsp:cNvSpPr/>
      </dsp:nvSpPr>
      <dsp:spPr>
        <a:xfrm>
          <a:off x="151605"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s-ES" sz="1100" kern="1200" dirty="0"/>
            <a:t>Administración de bases de datos</a:t>
          </a:r>
          <a:endParaRPr lang="en-US" sz="1100" kern="1200" dirty="0"/>
        </a:p>
      </dsp:txBody>
      <dsp:txXfrm>
        <a:off x="176782" y="1350227"/>
        <a:ext cx="1303356" cy="809251"/>
      </dsp:txXfrm>
    </dsp:sp>
    <dsp:sp modelId="{B535BFE9-AFF1-465F-A92F-49BFC6E09CCD}">
      <dsp:nvSpPr>
        <dsp:cNvPr id="0" name=""/>
        <dsp:cNvSpPr/>
      </dsp:nvSpPr>
      <dsp:spPr>
        <a:xfrm>
          <a:off x="1655728"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A59173F-6260-432C-82B4-B34FABEEF059}">
      <dsp:nvSpPr>
        <dsp:cNvPr id="0" name=""/>
        <dsp:cNvSpPr/>
      </dsp:nvSpPr>
      <dsp:spPr>
        <a:xfrm>
          <a:off x="1806140"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s-ES" sz="1100" kern="1200" dirty="0"/>
            <a:t>Responsabilidades del DBA</a:t>
          </a:r>
          <a:endParaRPr lang="en-US" sz="1100" kern="1200" dirty="0"/>
        </a:p>
      </dsp:txBody>
      <dsp:txXfrm>
        <a:off x="1831317" y="1350227"/>
        <a:ext cx="1303356" cy="809251"/>
      </dsp:txXfrm>
    </dsp:sp>
    <dsp:sp modelId="{4CED425D-4999-430D-92D5-10D99A0B8BBF}">
      <dsp:nvSpPr>
        <dsp:cNvPr id="0" name=""/>
        <dsp:cNvSpPr/>
      </dsp:nvSpPr>
      <dsp:spPr>
        <a:xfrm>
          <a:off x="3310262"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A9DC0DE-D89C-41CF-8ABD-F6B2D7644B19}">
      <dsp:nvSpPr>
        <dsp:cNvPr id="0" name=""/>
        <dsp:cNvSpPr/>
      </dsp:nvSpPr>
      <dsp:spPr>
        <a:xfrm>
          <a:off x="3460674"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s-ES" sz="1100" kern="1200" dirty="0"/>
            <a:t>Repaso técnico</a:t>
          </a:r>
          <a:endParaRPr lang="en-US" sz="1100" kern="1200" dirty="0"/>
        </a:p>
      </dsp:txBody>
      <dsp:txXfrm>
        <a:off x="3485851" y="1350227"/>
        <a:ext cx="1303356" cy="809251"/>
      </dsp:txXfrm>
    </dsp:sp>
    <dsp:sp modelId="{FF67F267-504A-4C12-B32C-F0960FAD90E2}">
      <dsp:nvSpPr>
        <dsp:cNvPr id="0" name=""/>
        <dsp:cNvSpPr/>
      </dsp:nvSpPr>
      <dsp:spPr>
        <a:xfrm>
          <a:off x="4964797"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AB76F44-0B2A-4BA8-BCA4-3B03C8947607}">
      <dsp:nvSpPr>
        <dsp:cNvPr id="0" name=""/>
        <dsp:cNvSpPr/>
      </dsp:nvSpPr>
      <dsp:spPr>
        <a:xfrm>
          <a:off x="5115209"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s-ES" sz="1100" kern="1200" dirty="0"/>
            <a:t>Transacciones</a:t>
          </a:r>
          <a:endParaRPr lang="en-US" sz="1100" kern="1200" dirty="0"/>
        </a:p>
      </dsp:txBody>
      <dsp:txXfrm>
        <a:off x="5140386" y="1350227"/>
        <a:ext cx="1303356" cy="809251"/>
      </dsp:txXfrm>
    </dsp:sp>
    <dsp:sp modelId="{3211F0FF-08BF-46FD-AF8E-999617C0BE76}">
      <dsp:nvSpPr>
        <dsp:cNvPr id="0" name=""/>
        <dsp:cNvSpPr/>
      </dsp:nvSpPr>
      <dsp:spPr>
        <a:xfrm>
          <a:off x="6619331"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2CF67E6-C72F-4254-A1ED-2A885FD59F65}">
      <dsp:nvSpPr>
        <dsp:cNvPr id="0" name=""/>
        <dsp:cNvSpPr/>
      </dsp:nvSpPr>
      <dsp:spPr>
        <a:xfrm>
          <a:off x="6769743"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s-ES" sz="1100" kern="1200" dirty="0"/>
            <a:t>CTE</a:t>
          </a:r>
          <a:endParaRPr lang="en-US" sz="1100" kern="1200" dirty="0"/>
        </a:p>
      </dsp:txBody>
      <dsp:txXfrm>
        <a:off x="6794920" y="1350227"/>
        <a:ext cx="1303356" cy="809251"/>
      </dsp:txXfrm>
    </dsp:sp>
    <dsp:sp modelId="{E6229891-9F07-40C8-AB93-2F9A05920B02}">
      <dsp:nvSpPr>
        <dsp:cNvPr id="0" name=""/>
        <dsp:cNvSpPr/>
      </dsp:nvSpPr>
      <dsp:spPr>
        <a:xfrm>
          <a:off x="8273866"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CD0FBB0-DE1E-4FF2-912F-C4958ACEBBD5}">
      <dsp:nvSpPr>
        <dsp:cNvPr id="0" name=""/>
        <dsp:cNvSpPr/>
      </dsp:nvSpPr>
      <dsp:spPr>
        <a:xfrm>
          <a:off x="8424278"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s-CR" sz="1100" kern="1200" dirty="0"/>
            <a:t>Laboratorio</a:t>
          </a:r>
        </a:p>
      </dsp:txBody>
      <dsp:txXfrm>
        <a:off x="8449455" y="1350227"/>
        <a:ext cx="1303356" cy="8092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B9A9C-D5E0-41F8-BE05-C3D74093A546}">
      <dsp:nvSpPr>
        <dsp:cNvPr id="0" name=""/>
        <dsp:cNvSpPr/>
      </dsp:nvSpPr>
      <dsp:spPr>
        <a:xfrm>
          <a:off x="0" y="42662"/>
          <a:ext cx="9779182"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Problemas antes de la llegada SGBD: Mantener información en un sistema de procesamiento de archivos acarrea grandes inconvenientes:</a:t>
          </a:r>
          <a:endParaRPr lang="en-US" sz="1900" kern="1200" dirty="0"/>
        </a:p>
      </dsp:txBody>
      <dsp:txXfrm>
        <a:off x="36896" y="79558"/>
        <a:ext cx="9705390" cy="682028"/>
      </dsp:txXfrm>
    </dsp:sp>
    <dsp:sp modelId="{EC46DCB0-A00F-4D3F-83FA-D5AB8DB20555}">
      <dsp:nvSpPr>
        <dsp:cNvPr id="0" name=""/>
        <dsp:cNvSpPr/>
      </dsp:nvSpPr>
      <dsp:spPr>
        <a:xfrm>
          <a:off x="0" y="798482"/>
          <a:ext cx="9779182" cy="1769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0489"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Seguridad y Acceso</a:t>
          </a:r>
          <a:endParaRPr lang="en-US" sz="1500" kern="1200" dirty="0"/>
        </a:p>
        <a:p>
          <a:pPr marL="114300" lvl="1" indent="-114300" algn="l" defTabSz="666750">
            <a:lnSpc>
              <a:spcPct val="90000"/>
            </a:lnSpc>
            <a:spcBef>
              <a:spcPct val="0"/>
            </a:spcBef>
            <a:spcAft>
              <a:spcPct val="20000"/>
            </a:spcAft>
            <a:buChar char="•"/>
          </a:pPr>
          <a:r>
            <a:rPr lang="es-MX" sz="1500" kern="1200" dirty="0"/>
            <a:t>Respaldo y Recuperación (</a:t>
          </a:r>
          <a:r>
            <a:rPr lang="es-MX" sz="1500" kern="1200" dirty="0" err="1"/>
            <a:t>Backup</a:t>
          </a:r>
          <a:r>
            <a:rPr lang="es-MX" sz="1500" kern="1200"/>
            <a:t> &amp; Recovery) </a:t>
          </a:r>
          <a:endParaRPr lang="en-US" sz="1500" kern="1200"/>
        </a:p>
        <a:p>
          <a:pPr marL="114300" lvl="1" indent="-114300" algn="l" defTabSz="666750">
            <a:lnSpc>
              <a:spcPct val="90000"/>
            </a:lnSpc>
            <a:spcBef>
              <a:spcPct val="0"/>
            </a:spcBef>
            <a:spcAft>
              <a:spcPct val="20000"/>
            </a:spcAft>
            <a:buChar char="•"/>
          </a:pPr>
          <a:r>
            <a:rPr lang="es-MX" sz="1500" kern="1200"/>
            <a:t>Rendimiento y Optimización</a:t>
          </a:r>
          <a:endParaRPr lang="en-US" sz="1500" kern="1200"/>
        </a:p>
        <a:p>
          <a:pPr marL="114300" lvl="1" indent="-114300" algn="l" defTabSz="666750">
            <a:lnSpc>
              <a:spcPct val="90000"/>
            </a:lnSpc>
            <a:spcBef>
              <a:spcPct val="0"/>
            </a:spcBef>
            <a:spcAft>
              <a:spcPct val="20000"/>
            </a:spcAft>
            <a:buChar char="•"/>
          </a:pPr>
          <a:r>
            <a:rPr lang="es-MX" sz="1500" kern="1200"/>
            <a:t>Instalación y Configuración</a:t>
          </a:r>
          <a:endParaRPr lang="en-US" sz="1500" kern="1200"/>
        </a:p>
        <a:p>
          <a:pPr marL="114300" lvl="1" indent="-114300" algn="l" defTabSz="666750">
            <a:lnSpc>
              <a:spcPct val="90000"/>
            </a:lnSpc>
            <a:spcBef>
              <a:spcPct val="0"/>
            </a:spcBef>
            <a:spcAft>
              <a:spcPct val="20000"/>
            </a:spcAft>
            <a:buChar char="•"/>
          </a:pPr>
          <a:r>
            <a:rPr lang="es-MX" sz="1500" kern="1200"/>
            <a:t>Diseño Físico y Gestión de Espacio</a:t>
          </a:r>
          <a:endParaRPr lang="en-US" sz="1500" kern="1200"/>
        </a:p>
        <a:p>
          <a:pPr marL="114300" lvl="1" indent="-114300" algn="l" defTabSz="666750">
            <a:lnSpc>
              <a:spcPct val="90000"/>
            </a:lnSpc>
            <a:spcBef>
              <a:spcPct val="0"/>
            </a:spcBef>
            <a:spcAft>
              <a:spcPct val="20000"/>
            </a:spcAft>
            <a:buChar char="•"/>
          </a:pPr>
          <a:r>
            <a:rPr lang="es-MX" sz="1500" kern="1200"/>
            <a:t>Integridad de Datos </a:t>
          </a:r>
          <a:endParaRPr lang="en-US" sz="1500" kern="1200"/>
        </a:p>
        <a:p>
          <a:pPr marL="114300" lvl="1" indent="-114300" algn="l" defTabSz="666750">
            <a:lnSpc>
              <a:spcPct val="90000"/>
            </a:lnSpc>
            <a:spcBef>
              <a:spcPct val="0"/>
            </a:spcBef>
            <a:spcAft>
              <a:spcPct val="20000"/>
            </a:spcAft>
            <a:buChar char="•"/>
          </a:pPr>
          <a:r>
            <a:rPr lang="es-MX" sz="1500" kern="1200"/>
            <a:t>Monitoreo y Soporte</a:t>
          </a:r>
          <a:endParaRPr lang="en-US" sz="1500" kern="1200"/>
        </a:p>
      </dsp:txBody>
      <dsp:txXfrm>
        <a:off x="0" y="798482"/>
        <a:ext cx="9779182" cy="1769849"/>
      </dsp:txXfrm>
    </dsp:sp>
    <dsp:sp modelId="{C5A252B0-9EAF-4490-BB9F-EF6BAB9999AA}">
      <dsp:nvSpPr>
        <dsp:cNvPr id="0" name=""/>
        <dsp:cNvSpPr/>
      </dsp:nvSpPr>
      <dsp:spPr>
        <a:xfrm>
          <a:off x="0" y="2568332"/>
          <a:ext cx="9779182"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a:t>Además de estas tareas, los DBA modernos están adoptando roles de </a:t>
          </a:r>
          <a:r>
            <a:rPr lang="es-MX" sz="1900" kern="1200">
              <a:hlinkClick xmlns:r="http://schemas.openxmlformats.org/officeDocument/2006/relationships" r:id="rId1"/>
            </a:rPr>
            <a:t>DevOps</a:t>
          </a:r>
          <a:r>
            <a:rPr lang="es-MX" sz="1900" kern="1200"/>
            <a:t> y gestionando entornos en la nube (AWS, Azure).</a:t>
          </a:r>
          <a:endParaRPr lang="en-US" sz="1900" kern="1200"/>
        </a:p>
      </dsp:txBody>
      <dsp:txXfrm>
        <a:off x="36896" y="2605228"/>
        <a:ext cx="9705390" cy="68202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DD7406EE-1E5E-4394-B508-934A428A455A}" type="datetime1">
              <a:rPr lang="es-ES" smtClean="0"/>
              <a:t>13/03/2026</a:t>
            </a:fld>
            <a:endParaRPr lang="es-ES" dirty="0"/>
          </a:p>
        </p:txBody>
      </p:sp>
      <p:sp>
        <p:nvSpPr>
          <p:cNvPr id="4" name="Marcador de pie de página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número de diapositiva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AFF3A6F-DEFA-45E0-9496-BEE7C2C6F3D0}" type="slidenum">
              <a:rPr lang="es-ES" smtClean="0"/>
              <a:t>‹Nº›</a:t>
            </a:fld>
            <a:endParaRPr lang="es-E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920ADD3C-FF21-4216-9D7A-8A22E020B1F0}" type="datetime1">
              <a:rPr lang="es-ES" smtClean="0"/>
              <a:t>13/03/2026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F97DC217-DF71-1A49-B3EA-559F1F43B0FF}" type="slidenum">
              <a:rPr lang="es-ES" smtClean="0"/>
              <a:t>‹Nº›</a:t>
            </a:fld>
            <a:endParaRPr lang="es-E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1</a:t>
            </a:fld>
            <a:endParaRPr lang="es-E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2</a:t>
            </a:fld>
            <a:endParaRPr lang="es-E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3</a:t>
            </a:fld>
            <a:endParaRPr lang="es-ES" dirty="0"/>
          </a:p>
        </p:txBody>
      </p:sp>
    </p:spTree>
    <p:extLst>
      <p:ext uri="{BB962C8B-B14F-4D97-AF65-F5344CB8AC3E}">
        <p14:creationId xmlns:p14="http://schemas.microsoft.com/office/powerpoint/2010/main" val="1639086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57C3-DF87-C829-3595-DEBDE9D191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0E26EF-6F76-3861-B888-8A407FC062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C37A78-8FFE-F5D1-5689-9A4DADC896F1}"/>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0F6D8E6F-B880-C303-270E-7D06AD460FF1}"/>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4</a:t>
            </a:fld>
            <a:endParaRPr lang="es-ES" dirty="0"/>
          </a:p>
        </p:txBody>
      </p:sp>
    </p:spTree>
    <p:extLst>
      <p:ext uri="{BB962C8B-B14F-4D97-AF65-F5344CB8AC3E}">
        <p14:creationId xmlns:p14="http://schemas.microsoft.com/office/powerpoint/2010/main" val="334041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7347-73A4-CB56-5414-66F9AD57B7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0A760F-7DC8-FA46-E520-70D8A9C3E7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3F2D02-FA7F-7AC3-461F-95E3654EC292}"/>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C382BD9F-4883-A6D4-3DC7-840FA2FA1D82}"/>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5</a:t>
            </a:fld>
            <a:endParaRPr lang="es-ES" dirty="0"/>
          </a:p>
        </p:txBody>
      </p:sp>
    </p:spTree>
    <p:extLst>
      <p:ext uri="{BB962C8B-B14F-4D97-AF65-F5344CB8AC3E}">
        <p14:creationId xmlns:p14="http://schemas.microsoft.com/office/powerpoint/2010/main" val="1935616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EFAB-0FD9-6D5C-0B77-01666CCA89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3D8579-BD9A-3358-C97E-2B31D3B93AE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D399C5-0352-AE9C-2908-9255393B7BFB}"/>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4CD4BD81-9320-0EFE-A032-992FD65F0036}"/>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6</a:t>
            </a:fld>
            <a:endParaRPr lang="es-ES" dirty="0"/>
          </a:p>
        </p:txBody>
      </p:sp>
    </p:spTree>
    <p:extLst>
      <p:ext uri="{BB962C8B-B14F-4D97-AF65-F5344CB8AC3E}">
        <p14:creationId xmlns:p14="http://schemas.microsoft.com/office/powerpoint/2010/main" val="710386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7C4F-8988-A008-73DC-FDBF429EA8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3B6127-ABCE-8EAE-6787-33EF860E83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26D7E5-D066-2554-D574-11C0F0D192A9}"/>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24AD3234-37E6-6796-D4BA-5382222E15DB}"/>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7</a:t>
            </a:fld>
            <a:endParaRPr lang="es-ES" dirty="0"/>
          </a:p>
        </p:txBody>
      </p:sp>
    </p:spTree>
    <p:extLst>
      <p:ext uri="{BB962C8B-B14F-4D97-AF65-F5344CB8AC3E}">
        <p14:creationId xmlns:p14="http://schemas.microsoft.com/office/powerpoint/2010/main" val="570940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3B932-D471-63A0-42E6-7F0FD335EE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D2DB6E-3AE6-0719-17DF-6A46FD3CC4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D289AD-0D82-7296-7573-857B5CB5558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35EBDFA-B845-DB43-7C77-7EDCDC49176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8</a:t>
            </a:fld>
            <a:endParaRPr lang="es-ES" dirty="0"/>
          </a:p>
        </p:txBody>
      </p:sp>
    </p:spTree>
    <p:extLst>
      <p:ext uri="{BB962C8B-B14F-4D97-AF65-F5344CB8AC3E}">
        <p14:creationId xmlns:p14="http://schemas.microsoft.com/office/powerpoint/2010/main" val="2013965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7F72C-A9B5-77A6-2272-D23D316332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5B856C-BEB6-1CDB-0C26-D327DBDC1E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EB9B2A-AD7B-A0F0-71B8-40A9715C5277}"/>
              </a:ext>
            </a:extLst>
          </p:cNvPr>
          <p:cNvSpPr>
            <a:spLocks noGrp="1"/>
          </p:cNvSpPr>
          <p:nvPr>
            <p:ph type="body" idx="1"/>
          </p:nvPr>
        </p:nvSpPr>
        <p:spPr/>
        <p:txBody>
          <a:bodyPr rtlCol="0"/>
          <a:lstStyle>
            <a:defPPr>
              <a:defRPr lang="es-ES"/>
            </a:defPPr>
          </a:lstStyle>
          <a:p>
            <a:r>
              <a:rPr lang="es-MX" sz="1200" b="1" i="0" kern="1200" dirty="0">
                <a:solidFill>
                  <a:schemeClr val="tx1"/>
                </a:solidFill>
                <a:effectLst/>
                <a:latin typeface="+mn-lt"/>
                <a:ea typeface="+mn-ea"/>
                <a:cs typeface="+mn-cs"/>
              </a:rPr>
              <a:t>Seguridad y Acceso:</a:t>
            </a:r>
            <a:r>
              <a:rPr lang="es-MX" sz="1200" b="0" i="0" kern="1200" dirty="0">
                <a:solidFill>
                  <a:schemeClr val="tx1"/>
                </a:solidFill>
                <a:effectLst/>
                <a:latin typeface="+mn-lt"/>
                <a:ea typeface="+mn-ea"/>
                <a:cs typeface="+mn-cs"/>
              </a:rPr>
              <a:t> Gestionar usuarios, roles y permisos para garantizar que solo el personal autorizado acceda a los datos.</a:t>
            </a:r>
          </a:p>
          <a:p>
            <a:r>
              <a:rPr lang="es-MX" sz="1200" b="1" i="0" kern="1200" dirty="0">
                <a:solidFill>
                  <a:schemeClr val="tx1"/>
                </a:solidFill>
                <a:effectLst/>
                <a:latin typeface="+mn-lt"/>
                <a:ea typeface="+mn-ea"/>
                <a:cs typeface="+mn-cs"/>
              </a:rPr>
              <a:t>Respaldo y Recuperación (</a:t>
            </a:r>
            <a:r>
              <a:rPr lang="es-MX" sz="1200" b="1" i="0" kern="1200" dirty="0" err="1">
                <a:solidFill>
                  <a:schemeClr val="tx1"/>
                </a:solidFill>
                <a:effectLst/>
                <a:latin typeface="+mn-lt"/>
                <a:ea typeface="+mn-ea"/>
                <a:cs typeface="+mn-cs"/>
              </a:rPr>
              <a:t>Backup</a:t>
            </a:r>
            <a:r>
              <a:rPr lang="es-MX" sz="1200" b="1" i="0" kern="1200" dirty="0">
                <a:solidFill>
                  <a:schemeClr val="tx1"/>
                </a:solidFill>
                <a:effectLst/>
                <a:latin typeface="+mn-lt"/>
                <a:ea typeface="+mn-ea"/>
                <a:cs typeface="+mn-cs"/>
              </a:rPr>
              <a:t> &amp; </a:t>
            </a:r>
            <a:r>
              <a:rPr lang="es-MX" sz="1200" b="1" i="0" kern="1200" dirty="0" err="1">
                <a:solidFill>
                  <a:schemeClr val="tx1"/>
                </a:solidFill>
                <a:effectLst/>
                <a:latin typeface="+mn-lt"/>
                <a:ea typeface="+mn-ea"/>
                <a:cs typeface="+mn-cs"/>
              </a:rPr>
              <a:t>Recovery</a:t>
            </a:r>
            <a:r>
              <a:rPr lang="es-MX" sz="1200" b="1" i="0" kern="1200" dirty="0">
                <a:solidFill>
                  <a:schemeClr val="tx1"/>
                </a:solidFill>
                <a:effectLst/>
                <a:latin typeface="+mn-lt"/>
                <a:ea typeface="+mn-ea"/>
                <a:cs typeface="+mn-cs"/>
              </a:rPr>
              <a:t>):</a:t>
            </a:r>
            <a:r>
              <a:rPr lang="es-MX" sz="1200" b="0" i="0" kern="1200" dirty="0">
                <a:solidFill>
                  <a:schemeClr val="tx1"/>
                </a:solidFill>
                <a:effectLst/>
                <a:latin typeface="+mn-lt"/>
                <a:ea typeface="+mn-ea"/>
                <a:cs typeface="+mn-cs"/>
              </a:rPr>
              <a:t> Implementar y probar estrategias de copias de seguridad para asegurar la recuperación de datos ante fallos, virus o desastres.</a:t>
            </a:r>
          </a:p>
          <a:p>
            <a:r>
              <a:rPr lang="es-MX" sz="1200" b="1" i="0" kern="1200" dirty="0">
                <a:solidFill>
                  <a:schemeClr val="tx1"/>
                </a:solidFill>
                <a:effectLst/>
                <a:latin typeface="+mn-lt"/>
                <a:ea typeface="+mn-ea"/>
                <a:cs typeface="+mn-cs"/>
              </a:rPr>
              <a:t>Rendimiento y Optimización:</a:t>
            </a:r>
            <a:r>
              <a:rPr lang="es-MX" sz="1200" b="0" i="0" kern="1200" dirty="0">
                <a:solidFill>
                  <a:schemeClr val="tx1"/>
                </a:solidFill>
                <a:effectLst/>
                <a:latin typeface="+mn-lt"/>
                <a:ea typeface="+mn-ea"/>
                <a:cs typeface="+mn-cs"/>
              </a:rPr>
              <a:t> Monitorear el sistema, optimizar consultas SQL y ajustar índices para asegurar que la base de datos funcione rápidamente.</a:t>
            </a:r>
          </a:p>
          <a:p>
            <a:r>
              <a:rPr lang="es-MX" sz="1200" b="1" i="0" kern="1200" dirty="0">
                <a:solidFill>
                  <a:schemeClr val="tx1"/>
                </a:solidFill>
                <a:effectLst/>
                <a:latin typeface="+mn-lt"/>
                <a:ea typeface="+mn-ea"/>
                <a:cs typeface="+mn-cs"/>
              </a:rPr>
              <a:t>Instalación y Configuración:</a:t>
            </a:r>
            <a:r>
              <a:rPr lang="es-MX" sz="1200" b="0" i="0" kern="1200" dirty="0">
                <a:solidFill>
                  <a:schemeClr val="tx1"/>
                </a:solidFill>
                <a:effectLst/>
                <a:latin typeface="+mn-lt"/>
                <a:ea typeface="+mn-ea"/>
                <a:cs typeface="+mn-cs"/>
              </a:rPr>
              <a:t> Instalar, configurar y actualizar el motor de base de datos (ej. Oracle, SQL Server, MySQL).</a:t>
            </a:r>
          </a:p>
          <a:p>
            <a:r>
              <a:rPr lang="es-MX" sz="1200" b="1" i="0" kern="1200" dirty="0">
                <a:solidFill>
                  <a:schemeClr val="tx1"/>
                </a:solidFill>
                <a:effectLst/>
                <a:latin typeface="+mn-lt"/>
                <a:ea typeface="+mn-ea"/>
                <a:cs typeface="+mn-cs"/>
              </a:rPr>
              <a:t>Diseño Físico y Gestión de Espacio:</a:t>
            </a:r>
            <a:r>
              <a:rPr lang="es-MX" sz="1200" b="0" i="0" kern="1200" dirty="0">
                <a:solidFill>
                  <a:schemeClr val="tx1"/>
                </a:solidFill>
                <a:effectLst/>
                <a:latin typeface="+mn-lt"/>
                <a:ea typeface="+mn-ea"/>
                <a:cs typeface="+mn-cs"/>
              </a:rPr>
              <a:t> Diseñar la estructura física de almacenamiento y gestionar el espacio en disco, anticipando necesidades futuras de almacenamiento.</a:t>
            </a:r>
          </a:p>
          <a:p>
            <a:r>
              <a:rPr lang="es-MX" sz="1200" b="1" i="0" kern="1200" dirty="0">
                <a:solidFill>
                  <a:schemeClr val="tx1"/>
                </a:solidFill>
                <a:effectLst/>
                <a:latin typeface="+mn-lt"/>
                <a:ea typeface="+mn-ea"/>
                <a:cs typeface="+mn-cs"/>
              </a:rPr>
              <a:t>Integridad de Datos:</a:t>
            </a:r>
            <a:r>
              <a:rPr lang="es-MX" sz="1200" b="0" i="0" kern="1200" dirty="0">
                <a:solidFill>
                  <a:schemeClr val="tx1"/>
                </a:solidFill>
                <a:effectLst/>
                <a:latin typeface="+mn-lt"/>
                <a:ea typeface="+mn-ea"/>
                <a:cs typeface="+mn-cs"/>
              </a:rPr>
              <a:t> Asegurar la consistencia y fiabilidad de los datos almacenados.</a:t>
            </a:r>
          </a:p>
          <a:p>
            <a:r>
              <a:rPr lang="es-MX" sz="1200" b="1" i="0" kern="1200" dirty="0">
                <a:solidFill>
                  <a:schemeClr val="tx1"/>
                </a:solidFill>
                <a:effectLst/>
                <a:latin typeface="+mn-lt"/>
                <a:ea typeface="+mn-ea"/>
                <a:cs typeface="+mn-cs"/>
              </a:rPr>
              <a:t>Monitoreo y Soporte:</a:t>
            </a:r>
            <a:r>
              <a:rPr lang="es-MX" sz="1200" b="0" i="0" kern="1200" dirty="0">
                <a:solidFill>
                  <a:schemeClr val="tx1"/>
                </a:solidFill>
                <a:effectLst/>
                <a:latin typeface="+mn-lt"/>
                <a:ea typeface="+mn-ea"/>
                <a:cs typeface="+mn-cs"/>
              </a:rPr>
              <a:t> Supervisar la actividad del sistema las 24/7 y brindar soporte técnico para resolver incidencias. </a:t>
            </a:r>
          </a:p>
          <a:p>
            <a:pPr rtl="0"/>
            <a:endParaRPr lang="es-ES" dirty="0"/>
          </a:p>
        </p:txBody>
      </p:sp>
      <p:sp>
        <p:nvSpPr>
          <p:cNvPr id="4" name="Marcador de número de diapositiva 3">
            <a:extLst>
              <a:ext uri="{FF2B5EF4-FFF2-40B4-BE49-F238E27FC236}">
                <a16:creationId xmlns:a16="http://schemas.microsoft.com/office/drawing/2014/main" id="{2EECA862-28BB-C28E-FF1F-672F1ABB957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9</a:t>
            </a:fld>
            <a:endParaRPr lang="es-ES" dirty="0"/>
          </a:p>
        </p:txBody>
      </p:sp>
    </p:spTree>
    <p:extLst>
      <p:ext uri="{BB962C8B-B14F-4D97-AF65-F5344CB8AC3E}">
        <p14:creationId xmlns:p14="http://schemas.microsoft.com/office/powerpoint/2010/main" val="3287280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4ED0E-4904-FE34-9DDC-C20675A5E0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6E8298-53DE-2897-EDA0-E66879E76B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324E8C-BD6E-EB36-7734-60C6A112A7A0}"/>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A2F881A8-E385-0176-C387-7571F976CCA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10</a:t>
            </a:fld>
            <a:endParaRPr lang="es-ES" dirty="0"/>
          </a:p>
        </p:txBody>
      </p:sp>
    </p:spTree>
    <p:extLst>
      <p:ext uri="{BB962C8B-B14F-4D97-AF65-F5344CB8AC3E}">
        <p14:creationId xmlns:p14="http://schemas.microsoft.com/office/powerpoint/2010/main" val="2891420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3F8C1-6F5B-EA93-3E71-69F431E73B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4E179E-2A53-1D57-9B3C-7AE7A3FE14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488762-FD37-3F3D-7129-101F7C328917}"/>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8EDF96FC-53D1-510E-CB47-2613988F76BC}"/>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11</a:t>
            </a:fld>
            <a:endParaRPr lang="es-ES" dirty="0"/>
          </a:p>
        </p:txBody>
      </p:sp>
    </p:spTree>
    <p:extLst>
      <p:ext uri="{BB962C8B-B14F-4D97-AF65-F5344CB8AC3E}">
        <p14:creationId xmlns:p14="http://schemas.microsoft.com/office/powerpoint/2010/main" val="195825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6499F-69B5-0C4F-0813-F33CF99A33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241D0D-A0A1-7051-BA62-4D14A3D3EB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C27448-B487-DDE1-A2C3-8D3BBFA13ED2}"/>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F70751A5-6124-ADFF-1205-F30968F63113}"/>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12</a:t>
            </a:fld>
            <a:endParaRPr lang="es-ES" dirty="0"/>
          </a:p>
        </p:txBody>
      </p:sp>
    </p:spTree>
    <p:extLst>
      <p:ext uri="{BB962C8B-B14F-4D97-AF65-F5344CB8AC3E}">
        <p14:creationId xmlns:p14="http://schemas.microsoft.com/office/powerpoint/2010/main" val="3718932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6F03-F821-F6A4-74DF-EA5A8EF685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C553E7-EC71-4652-337C-486BF64A35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FBAAB0-8838-2EF3-453F-E1203069F260}"/>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220A8F6D-66FE-1529-42FC-38900BA3B418}"/>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13</a:t>
            </a:fld>
            <a:endParaRPr lang="es-ES" dirty="0"/>
          </a:p>
        </p:txBody>
      </p:sp>
    </p:spTree>
    <p:extLst>
      <p:ext uri="{BB962C8B-B14F-4D97-AF65-F5344CB8AC3E}">
        <p14:creationId xmlns:p14="http://schemas.microsoft.com/office/powerpoint/2010/main" val="3293991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89B46-01AE-2DCF-53BE-D5B1F4D038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BFC71A-DF31-3D99-D06D-7C1F0D0511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A4929C-C33D-288F-CF45-9E4DB42DC66A}"/>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50A033CE-18F5-11A7-2C38-39E35C5AA7AC}"/>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14</a:t>
            </a:fld>
            <a:endParaRPr lang="es-ES" dirty="0"/>
          </a:p>
        </p:txBody>
      </p:sp>
    </p:spTree>
    <p:extLst>
      <p:ext uri="{BB962C8B-B14F-4D97-AF65-F5344CB8AC3E}">
        <p14:creationId xmlns:p14="http://schemas.microsoft.com/office/powerpoint/2010/main" val="1979375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91C64-464C-3DF1-AAC6-E9E02BB65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A3FFBE-3658-9321-A078-B4850269C9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832725-B1D1-DC5D-8485-9D445AE98868}"/>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047EDD65-EB2D-C1A2-59E2-B8A854E2892F}"/>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15</a:t>
            </a:fld>
            <a:endParaRPr lang="es-ES" dirty="0"/>
          </a:p>
        </p:txBody>
      </p:sp>
    </p:spTree>
    <p:extLst>
      <p:ext uri="{BB962C8B-B14F-4D97-AF65-F5344CB8AC3E}">
        <p14:creationId xmlns:p14="http://schemas.microsoft.com/office/powerpoint/2010/main" val="3209627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F45A2-7541-1EF0-58F3-FE7ADFAFDB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192B10-34AC-FC38-368A-F1434A4498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887886-C7D4-10B3-EFE4-9AA1958240C5}"/>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2DA17436-0AC1-148E-F7EB-DB8A3E871A2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16</a:t>
            </a:fld>
            <a:endParaRPr lang="es-ES" dirty="0"/>
          </a:p>
        </p:txBody>
      </p:sp>
    </p:spTree>
    <p:extLst>
      <p:ext uri="{BB962C8B-B14F-4D97-AF65-F5344CB8AC3E}">
        <p14:creationId xmlns:p14="http://schemas.microsoft.com/office/powerpoint/2010/main" val="2028698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E0E68-A4D6-750F-E216-03A94F0524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B90B50-13BC-9A40-4EC6-D56BCB57BB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244565-FB03-9576-56E5-70CF64038202}"/>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D508A34C-FAE3-08CC-10E2-0F452741C5A7}"/>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17</a:t>
            </a:fld>
            <a:endParaRPr lang="es-ES" dirty="0"/>
          </a:p>
        </p:txBody>
      </p:sp>
    </p:spTree>
    <p:extLst>
      <p:ext uri="{BB962C8B-B14F-4D97-AF65-F5344CB8AC3E}">
        <p14:creationId xmlns:p14="http://schemas.microsoft.com/office/powerpoint/2010/main" val="1557180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94C0E-E685-48FB-468A-D823FC2D1A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F5CA25-BE23-1BF8-CCD9-89260B63A4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4189D5-0D9B-67D0-A47C-E8A18CE91175}"/>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232C5184-6BFE-D09D-4FE8-E9ACB2B083BC}"/>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18</a:t>
            </a:fld>
            <a:endParaRPr lang="es-ES" dirty="0"/>
          </a:p>
        </p:txBody>
      </p:sp>
    </p:spTree>
    <p:extLst>
      <p:ext uri="{BB962C8B-B14F-4D97-AF65-F5344CB8AC3E}">
        <p14:creationId xmlns:p14="http://schemas.microsoft.com/office/powerpoint/2010/main" val="3008899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ECAC1-4055-5487-29EE-753A1AF170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13014A-1C03-9622-CC80-EF40079853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CB7CE1-954D-75DA-96FC-3BDDD43922C5}"/>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65407E1-AA2A-9161-908C-6F679AEA8CDF}"/>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19</a:t>
            </a:fld>
            <a:endParaRPr lang="es-ES" dirty="0"/>
          </a:p>
        </p:txBody>
      </p:sp>
    </p:spTree>
    <p:extLst>
      <p:ext uri="{BB962C8B-B14F-4D97-AF65-F5344CB8AC3E}">
        <p14:creationId xmlns:p14="http://schemas.microsoft.com/office/powerpoint/2010/main" val="2133646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7D3F4-6263-4BA2-5DEE-A30FFE4088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A7E38A-17EA-942E-3BFE-AA033312420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D03241-A058-DAA8-30FE-2A18A9B24C10}"/>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C89682F9-BE77-D2AE-FE95-0E1A0B3A7BBF}"/>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20</a:t>
            </a:fld>
            <a:endParaRPr lang="es-ES" dirty="0"/>
          </a:p>
        </p:txBody>
      </p:sp>
    </p:spTree>
    <p:extLst>
      <p:ext uri="{BB962C8B-B14F-4D97-AF65-F5344CB8AC3E}">
        <p14:creationId xmlns:p14="http://schemas.microsoft.com/office/powerpoint/2010/main" val="4230183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B0103-F448-A386-E977-0023F90E64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1A2E6D-E8B5-B4A3-E343-E522106B51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3FC1BD-2E0F-8B5B-D06E-36275991AF7C}"/>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26D6C03-C516-A88A-7A2F-959B7197DCCC}"/>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21</a:t>
            </a:fld>
            <a:endParaRPr lang="es-ES" dirty="0"/>
          </a:p>
        </p:txBody>
      </p:sp>
    </p:spTree>
    <p:extLst>
      <p:ext uri="{BB962C8B-B14F-4D97-AF65-F5344CB8AC3E}">
        <p14:creationId xmlns:p14="http://schemas.microsoft.com/office/powerpoint/2010/main" val="1450450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B7402-19FE-9178-245E-FE4ABDEF41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C4640C-D03B-152B-AAB3-87770B63F8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63DB23-2B17-B3CB-0CCC-DBE24C9CBC77}"/>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E30C89AB-FFFC-C917-98E8-38E7DE39027A}"/>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22</a:t>
            </a:fld>
            <a:endParaRPr lang="es-ES" dirty="0"/>
          </a:p>
        </p:txBody>
      </p:sp>
    </p:spTree>
    <p:extLst>
      <p:ext uri="{BB962C8B-B14F-4D97-AF65-F5344CB8AC3E}">
        <p14:creationId xmlns:p14="http://schemas.microsoft.com/office/powerpoint/2010/main" val="2454279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D7E14-F611-8B37-E25D-5D54095939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0045A1-4C93-07B7-256B-C71FCA37EC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B4AEBE1-4E73-C0AA-2238-0196A31AAF8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A79247F-1772-7B90-6610-A5B5304FE8D1}"/>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23</a:t>
            </a:fld>
            <a:endParaRPr lang="es-ES" dirty="0"/>
          </a:p>
        </p:txBody>
      </p:sp>
    </p:spTree>
    <p:extLst>
      <p:ext uri="{BB962C8B-B14F-4D97-AF65-F5344CB8AC3E}">
        <p14:creationId xmlns:p14="http://schemas.microsoft.com/office/powerpoint/2010/main" val="1916666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D7A04-C453-9A77-F2D1-2E9D474910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746516-E35D-27D9-6C48-4107605FF3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4264FD-29D6-A25B-FB8F-7C84EB955DB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E2951B3-741D-70D8-55F4-D60DF19052D8}"/>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24</a:t>
            </a:fld>
            <a:endParaRPr lang="es-ES" dirty="0"/>
          </a:p>
        </p:txBody>
      </p:sp>
    </p:spTree>
    <p:extLst>
      <p:ext uri="{BB962C8B-B14F-4D97-AF65-F5344CB8AC3E}">
        <p14:creationId xmlns:p14="http://schemas.microsoft.com/office/powerpoint/2010/main" val="1465806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6CDC-8DE2-9166-AED9-655BEAD26E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50A0EB-25EF-5B1F-A522-C18D875FE7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9A788B-E6BB-1611-9C94-459FAE253097}"/>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56FBD7AA-019D-58F5-CB5E-056B70AC2C6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25</a:t>
            </a:fld>
            <a:endParaRPr lang="es-ES" dirty="0"/>
          </a:p>
        </p:txBody>
      </p:sp>
    </p:spTree>
    <p:extLst>
      <p:ext uri="{BB962C8B-B14F-4D97-AF65-F5344CB8AC3E}">
        <p14:creationId xmlns:p14="http://schemas.microsoft.com/office/powerpoint/2010/main" val="8787621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26</a:t>
            </a:fld>
            <a:endParaRPr lang="es-E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nvGrpSpPr>
          <p:cNvPr id="7" name="Grupo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Elips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1" name="Forma lib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9" name="Forma lib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6" name="Grupo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a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Forma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2" name="Forma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28" name="Forma lib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es-ES" sz="6000" b="1">
                <a:latin typeface="+mj-lt"/>
              </a:defRPr>
            </a:lvl1pPr>
          </a:lstStyle>
          <a:p>
            <a:pPr rtl="0"/>
            <a:r>
              <a:rPr lang="es-ES"/>
              <a:t>Haga clic para agregar un título</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6" name="Forma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es-ES">
                <a:latin typeface="+mn-lt"/>
              </a:defRPr>
            </a:lvl1pPr>
            <a:lvl2pPr marL="457200" indent="0">
              <a:buNone/>
              <a:defRPr lang="es-ES">
                <a:latin typeface="+mn-lt"/>
              </a:defRPr>
            </a:lvl2pPr>
            <a:lvl3pPr marL="914400" indent="0">
              <a:buNone/>
              <a:defRPr lang="es-ES">
                <a:latin typeface="+mn-lt"/>
              </a:defRPr>
            </a:lvl3pPr>
            <a:lvl4pPr marL="1371600" indent="0">
              <a:buNone/>
              <a:defRPr lang="es-ES">
                <a:latin typeface="+mn-lt"/>
              </a:defRPr>
            </a:lvl4pPr>
            <a:lvl5pPr marL="1828800" indent="0">
              <a:buNone/>
              <a:defRPr lang="es-ES">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ítulo e imagen derecha">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6" name="Forma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es-ES" sz="6000" b="1">
                <a:latin typeface="+mj-lt"/>
              </a:defRPr>
            </a:lvl1pPr>
          </a:lstStyle>
          <a:p>
            <a:pPr rtl="0"/>
            <a:r>
              <a:rPr lang="es-ES"/>
              <a:t>Haga clic para agregar un título</a:t>
            </a:r>
          </a:p>
        </p:txBody>
      </p:sp>
      <p:sp>
        <p:nvSpPr>
          <p:cNvPr id="15" name="Marcador de posición de imagen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es-ES" sz="2000"/>
            </a:lvl1pPr>
          </a:lstStyle>
          <a:p>
            <a:pPr rtl="0"/>
            <a:r>
              <a:rPr lang="es-ES"/>
              <a:t>Haga clic en el icono para agregar una imagen</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e imagen izquierda">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6" name="Forma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es-ES" sz="6000" b="1">
                <a:latin typeface="+mj-lt"/>
              </a:defRPr>
            </a:lvl1pPr>
          </a:lstStyle>
          <a:p>
            <a:pPr rtl="0"/>
            <a:r>
              <a:rPr lang="es-ES"/>
              <a:t>Haga clic para agregar un título</a:t>
            </a:r>
          </a:p>
        </p:txBody>
      </p:sp>
      <p:sp>
        <p:nvSpPr>
          <p:cNvPr id="3" name="Subtítulo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es-ES" sz="3200">
                <a:latin typeface="+mn-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
        <p:nvSpPr>
          <p:cNvPr id="15" name="Marcador de posición de imagen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es-ES" sz="2000"/>
            </a:lvl1pPr>
          </a:lstStyle>
          <a:p>
            <a:pPr rtl="0"/>
            <a:r>
              <a:rPr lang="es-ES"/>
              <a:t>Haga clic en el icono para agregar una imagen</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2">
    <p:bg>
      <p:bgPr>
        <a:solidFill>
          <a:schemeClr val="accent2"/>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ángulo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2" name="Forma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4" name="Forma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5" name="Forma lib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13" name="Título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es-ES" sz="2000">
                <a:solidFill>
                  <a:schemeClr val="bg1"/>
                </a:solidFill>
                <a:latin typeface="+mn-lt"/>
              </a:defRPr>
            </a:lvl1pPr>
            <a:lvl2pPr marL="566928" indent="-283464">
              <a:spcBef>
                <a:spcPts val="1000"/>
              </a:spcBef>
              <a:buFont typeface="Arial" panose="020B0604020202020204" pitchFamily="34" charset="0"/>
              <a:buChar char="•"/>
              <a:defRPr lang="es-ES" sz="2000">
                <a:solidFill>
                  <a:schemeClr val="bg1"/>
                </a:solidFill>
                <a:latin typeface="+mn-lt"/>
              </a:defRPr>
            </a:lvl2pPr>
            <a:lvl3pPr marL="850392" indent="-283464">
              <a:spcBef>
                <a:spcPts val="1000"/>
              </a:spcBef>
              <a:buFont typeface="Arial" panose="020B0604020202020204" pitchFamily="34" charset="0"/>
              <a:buChar char="•"/>
              <a:defRPr lang="es-ES" sz="2000">
                <a:solidFill>
                  <a:schemeClr val="bg1"/>
                </a:solidFill>
                <a:latin typeface="+mn-lt"/>
              </a:defRPr>
            </a:lvl3pPr>
            <a:lvl4pPr marL="1097280" indent="-283464">
              <a:spcBef>
                <a:spcPts val="1000"/>
              </a:spcBef>
              <a:buFont typeface="Arial" panose="020B0604020202020204" pitchFamily="34" charset="0"/>
              <a:buChar char="•"/>
              <a:defRPr lang="es-ES" sz="2000">
                <a:solidFill>
                  <a:schemeClr val="bg1"/>
                </a:solidFill>
                <a:latin typeface="+mn-lt"/>
              </a:defRPr>
            </a:lvl4pPr>
            <a:lvl5pPr marL="1371600" indent="-283464">
              <a:spcBef>
                <a:spcPts val="1000"/>
              </a:spcBef>
              <a:buFont typeface="Arial" panose="020B0604020202020204" pitchFamily="34" charset="0"/>
              <a:buChar char="•"/>
              <a:defRPr lang="es-ES" sz="2000">
                <a:solidFill>
                  <a:schemeClr val="bg1"/>
                </a:solidFill>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es-ES">
                <a:solidFill>
                  <a:schemeClr val="accent2"/>
                </a:solidFill>
                <a:latin typeface="+mn-lt"/>
              </a:defRPr>
            </a:lvl1pPr>
          </a:lstStyle>
          <a:p>
            <a:pPr rtl="0"/>
            <a:r>
              <a:rPr lang="es-ES"/>
              <a:t>8/9/20XX</a:t>
            </a:r>
          </a:p>
        </p:txBody>
      </p:sp>
      <p:sp>
        <p:nvSpPr>
          <p:cNvPr id="5" name="Marcador de pie de página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es-ES">
                <a:solidFill>
                  <a:schemeClr val="accent2"/>
                </a:solidFill>
                <a:latin typeface="+mn-lt"/>
              </a:defRPr>
            </a:lvl1pPr>
          </a:lstStyle>
          <a:p>
            <a:pPr rtl="0"/>
            <a:endParaRPr lang="es-ES" dirty="0"/>
          </a:p>
        </p:txBody>
      </p:sp>
      <p:sp>
        <p:nvSpPr>
          <p:cNvPr id="6" name="Marcador de número de diapositiva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es-ES">
                <a:solidFill>
                  <a:schemeClr val="accent3"/>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ítulo de sección">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a lib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6" name="Grupo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a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Forma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17" name="Forma lib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8" name="Forma lib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es-ES" sz="6000" b="1">
                <a:solidFill>
                  <a:schemeClr val="bg1"/>
                </a:solidFill>
                <a:latin typeface="+mj-lt"/>
              </a:defRPr>
            </a:lvl1pPr>
          </a:lstStyle>
          <a:p>
            <a:pPr rtl="0"/>
            <a:r>
              <a:rPr lang="es-ES"/>
              <a:t>Haga clic para agregar un título</a:t>
            </a:r>
          </a:p>
        </p:txBody>
      </p:sp>
      <p:sp>
        <p:nvSpPr>
          <p:cNvPr id="3" name="Subtítu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es-ES" sz="3200">
                <a:solidFill>
                  <a:schemeClr val="bg1"/>
                </a:solidFill>
                <a:latin typeface="+mn-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contenido en 2 columnas">
    <p:spTree>
      <p:nvGrpSpPr>
        <p:cNvPr id="1" name=""/>
        <p:cNvGrpSpPr/>
        <p:nvPr/>
      </p:nvGrpSpPr>
      <p:grpSpPr>
        <a:xfrm>
          <a:off x="0" y="0"/>
          <a:ext cx="0" cy="0"/>
          <a:chOff x="0" y="0"/>
          <a:chExt cx="0" cy="0"/>
        </a:xfrm>
      </p:grpSpPr>
      <p:grpSp>
        <p:nvGrpSpPr>
          <p:cNvPr id="16" name="Grupo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6" name="Forma lib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es-ES" sz="2000">
                <a:latin typeface="+mn-lt"/>
              </a:defRPr>
            </a:lvl1pPr>
            <a:lvl2pPr marL="283464" indent="-283464">
              <a:spcBef>
                <a:spcPts val="1000"/>
              </a:spcBef>
              <a:buFont typeface="Arial" panose="020B0604020202020204" pitchFamily="34" charset="0"/>
              <a:buChar char="•"/>
              <a:defRPr lang="es-ES" sz="2000">
                <a:latin typeface="+mn-lt"/>
              </a:defRPr>
            </a:lvl2pPr>
            <a:lvl3pPr marL="566928" indent="-283464">
              <a:spcBef>
                <a:spcPts val="1000"/>
              </a:spcBef>
              <a:buFont typeface="Arial" panose="020B0604020202020204" pitchFamily="34" charset="0"/>
              <a:buChar char="•"/>
              <a:defRPr lang="es-ES" sz="2000">
                <a:latin typeface="+mn-lt"/>
              </a:defRPr>
            </a:lvl3pPr>
            <a:lvl4pPr marL="850392" indent="-283464">
              <a:spcBef>
                <a:spcPts val="1000"/>
              </a:spcBef>
              <a:buFont typeface="Arial" panose="020B0604020202020204" pitchFamily="34" charset="0"/>
              <a:buChar char="•"/>
              <a:defRPr lang="es-ES" sz="2000">
                <a:latin typeface="+mn-lt"/>
              </a:defRPr>
            </a:lvl4pPr>
            <a:lvl5pPr marL="1133856" indent="-283464">
              <a:spcBef>
                <a:spcPts val="1000"/>
              </a:spcBef>
              <a:buFont typeface="Arial" panose="020B0604020202020204" pitchFamily="34" charset="0"/>
              <a:buChar char="•"/>
              <a:defRPr lang="es-ES" sz="20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3" name="Marcador de contenido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es-ES" sz="2000">
                <a:latin typeface="+mn-lt"/>
              </a:defRPr>
            </a:lvl1pPr>
            <a:lvl2pPr marL="283464" indent="-283464">
              <a:spcBef>
                <a:spcPts val="1000"/>
              </a:spcBef>
              <a:buFont typeface="Arial" panose="020B0604020202020204" pitchFamily="34" charset="0"/>
              <a:buChar char="•"/>
              <a:defRPr lang="es-ES" sz="2000">
                <a:latin typeface="+mn-lt"/>
              </a:defRPr>
            </a:lvl2pPr>
            <a:lvl3pPr marL="566928" indent="-283464">
              <a:spcBef>
                <a:spcPts val="1000"/>
              </a:spcBef>
              <a:buFont typeface="Arial" panose="020B0604020202020204" pitchFamily="34" charset="0"/>
              <a:buChar char="•"/>
              <a:defRPr lang="es-ES" sz="2000">
                <a:latin typeface="+mn-lt"/>
              </a:defRPr>
            </a:lvl3pPr>
            <a:lvl4pPr marL="850392" indent="-283464">
              <a:spcBef>
                <a:spcPts val="1000"/>
              </a:spcBef>
              <a:buFont typeface="Arial" panose="020B0604020202020204" pitchFamily="34" charset="0"/>
              <a:buChar char="•"/>
              <a:defRPr lang="es-ES" sz="2000">
                <a:latin typeface="+mn-lt"/>
              </a:defRPr>
            </a:lvl4pPr>
            <a:lvl5pPr marL="1133856" indent="-283464">
              <a:spcBef>
                <a:spcPts val="1000"/>
              </a:spcBef>
              <a:buFont typeface="Arial" panose="020B0604020202020204" pitchFamily="34" charset="0"/>
              <a:buChar char="•"/>
              <a:defRPr lang="es-ES" sz="20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2 contenidos">
    <p:bg>
      <p:bgPr>
        <a:solidFill>
          <a:schemeClr val="accent1"/>
        </a:solidFill>
        <a:effectLst/>
      </p:bgPr>
    </p:bg>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a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es-ES" sz="4200" b="1">
                <a:solidFill>
                  <a:schemeClr val="bg1"/>
                </a:solidFill>
                <a:latin typeface="+mj-lt"/>
              </a:defRPr>
            </a:lvl1pPr>
          </a:lstStyle>
          <a:p>
            <a:pPr rtl="0"/>
            <a:r>
              <a:rPr lang="es-ES"/>
              <a:t>Haga clic para agregar un título</a:t>
            </a:r>
          </a:p>
        </p:txBody>
      </p:sp>
      <p:sp>
        <p:nvSpPr>
          <p:cNvPr id="14" name="Marcador de contenido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es-ES" sz="2000">
                <a:solidFill>
                  <a:schemeClr val="bg1"/>
                </a:solidFill>
                <a:latin typeface="+mn-lt"/>
              </a:defRPr>
            </a:lvl1pPr>
            <a:lvl2pPr marL="1097280" indent="-530352">
              <a:spcBef>
                <a:spcPts val="1000"/>
              </a:spcBef>
              <a:buFont typeface="+mj-lt"/>
              <a:buAutoNum type="alphaLcPeriod"/>
              <a:defRPr lang="es-ES" sz="2000">
                <a:solidFill>
                  <a:schemeClr val="bg1"/>
                </a:solidFill>
                <a:latin typeface="+mn-lt"/>
              </a:defRPr>
            </a:lvl2pPr>
            <a:lvl3pPr marL="1645920" indent="-530352">
              <a:spcBef>
                <a:spcPts val="1000"/>
              </a:spcBef>
              <a:buFont typeface="+mj-lt"/>
              <a:buAutoNum type="arabicParenR"/>
              <a:defRPr lang="es-ES" sz="2000">
                <a:solidFill>
                  <a:schemeClr val="bg1"/>
                </a:solidFill>
                <a:latin typeface="+mn-lt"/>
              </a:defRPr>
            </a:lvl3pPr>
            <a:lvl4pPr marL="1920240" indent="-530352">
              <a:spcBef>
                <a:spcPts val="1000"/>
              </a:spcBef>
              <a:buFont typeface="+mj-lt"/>
              <a:buAutoNum type="alphaLcParenR"/>
              <a:defRPr lang="es-ES" sz="2000">
                <a:solidFill>
                  <a:schemeClr val="bg1"/>
                </a:solidFill>
                <a:latin typeface="+mn-lt"/>
              </a:defRPr>
            </a:lvl4pPr>
            <a:lvl5pPr marL="2560320" indent="-514350">
              <a:spcBef>
                <a:spcPts val="1000"/>
              </a:spcBef>
              <a:buFont typeface="+mj-lt"/>
              <a:buAutoNum type="romanLcPeriod"/>
              <a:defRPr lang="es-ES" sz="2000">
                <a:solidFill>
                  <a:schemeClr val="bg1"/>
                </a:solidFill>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9" name="Marcador de contenido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es-ES" sz="2000">
                <a:solidFill>
                  <a:schemeClr val="bg1"/>
                </a:solidFill>
                <a:latin typeface="+mn-lt"/>
              </a:defRPr>
            </a:lvl1pPr>
            <a:lvl2pPr marL="283464" indent="-283464">
              <a:spcBef>
                <a:spcPts val="1000"/>
              </a:spcBef>
              <a:buFont typeface="Arial" panose="020B0604020202020204" pitchFamily="34" charset="0"/>
              <a:buChar char="•"/>
              <a:defRPr lang="es-ES" sz="2000">
                <a:solidFill>
                  <a:schemeClr val="bg1"/>
                </a:solidFill>
                <a:latin typeface="+mn-lt"/>
              </a:defRPr>
            </a:lvl2pPr>
            <a:lvl3pPr marL="566928" indent="-283464">
              <a:spcBef>
                <a:spcPts val="1000"/>
              </a:spcBef>
              <a:buFont typeface="Arial" panose="020B0604020202020204" pitchFamily="34" charset="0"/>
              <a:buChar char="•"/>
              <a:defRPr lang="es-ES" sz="2000">
                <a:solidFill>
                  <a:schemeClr val="bg1"/>
                </a:solidFill>
                <a:latin typeface="+mn-lt"/>
              </a:defRPr>
            </a:lvl3pPr>
            <a:lvl4pPr marL="850392" indent="-283464">
              <a:spcBef>
                <a:spcPts val="1000"/>
              </a:spcBef>
              <a:buFont typeface="Arial" panose="020B0604020202020204" pitchFamily="34" charset="0"/>
              <a:buChar char="•"/>
              <a:defRPr lang="es-ES" sz="2000">
                <a:solidFill>
                  <a:schemeClr val="bg1"/>
                </a:solidFill>
                <a:latin typeface="+mn-lt"/>
              </a:defRPr>
            </a:lvl4pPr>
            <a:lvl5pPr marL="1133856" indent="-283464">
              <a:spcBef>
                <a:spcPts val="1000"/>
              </a:spcBef>
              <a:buFont typeface="Arial" panose="020B0604020202020204" pitchFamily="34" charset="0"/>
              <a:buChar char="•"/>
              <a:defRPr lang="es-ES" sz="2000">
                <a:solidFill>
                  <a:schemeClr val="bg1"/>
                </a:solidFill>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2"/>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Gráfico ">
    <p:bg>
      <p:bgPr>
        <a:solidFill>
          <a:schemeClr val="accent2"/>
        </a:solidFill>
        <a:effectLst/>
      </p:bgPr>
    </p:bg>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a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4" name="Forma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es-ES">
                <a:latin typeface="+mn-lt"/>
              </a:defRPr>
            </a:lvl1pPr>
            <a:lvl2pPr marL="457200" indent="0">
              <a:buNone/>
              <a:defRPr lang="es-ES">
                <a:latin typeface="+mn-lt"/>
              </a:defRPr>
            </a:lvl2pPr>
            <a:lvl3pPr marL="914400" indent="0">
              <a:buNone/>
              <a:defRPr lang="es-ES">
                <a:latin typeface="+mn-lt"/>
              </a:defRPr>
            </a:lvl3pPr>
            <a:lvl4pPr marL="1371600" indent="0">
              <a:buNone/>
              <a:defRPr lang="es-ES">
                <a:latin typeface="+mn-lt"/>
              </a:defRPr>
            </a:lvl4pPr>
            <a:lvl5pPr marL="1828800" indent="0">
              <a:buNone/>
              <a:defRPr lang="es-ES">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3"/>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Finalizar diapositiva">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ángulo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nvGrpSpPr>
            <p:cNvPr id="6" name="Grupo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a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Forma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2" name="Forma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7" name="Forma lib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es-ES" sz="6000" b="1">
                <a:latin typeface="+mj-lt"/>
              </a:defRPr>
            </a:lvl1pPr>
          </a:lstStyle>
          <a:p>
            <a:pPr rtl="0"/>
            <a:r>
              <a:rPr lang="es-ES"/>
              <a:t>Haga clic para agregar un título</a:t>
            </a:r>
          </a:p>
        </p:txBody>
      </p:sp>
      <p:sp>
        <p:nvSpPr>
          <p:cNvPr id="3" name="Subtítu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es-ES" sz="2800">
                <a:latin typeface="+mn-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lvl="0" rtl="0"/>
            <a:r>
              <a:rPr lang="es-ES"/>
              <a:t>Haga clic para agregar texto</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es-ES"/>
            </a:defPPr>
          </a:lstStyle>
          <a:p>
            <a:pPr rtl="0"/>
            <a:r>
              <a:rPr lang="es-ES"/>
              <a:t>Haga clic para modificar el estilo de título del patrón</a:t>
            </a:r>
          </a:p>
        </p:txBody>
      </p:sp>
      <p:sp>
        <p:nvSpPr>
          <p:cNvPr id="3" name="Marcador de texto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tx2"/>
                </a:solidFill>
                <a:latin typeface="+mn-lt"/>
              </a:defRPr>
            </a:lvl1pPr>
          </a:lstStyle>
          <a:p>
            <a:pPr rtl="0"/>
            <a:r>
              <a:rPr lang="es-ES"/>
              <a:t>8/9/20XX</a:t>
            </a:r>
          </a:p>
        </p:txBody>
      </p:sp>
      <p:sp>
        <p:nvSpPr>
          <p:cNvPr id="5" name="Marcador de pie de página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tx2"/>
                </a:solidFill>
                <a:latin typeface="+mn-lt"/>
              </a:defRPr>
            </a:lvl1pPr>
          </a:lstStyle>
          <a:p>
            <a:pPr rtl="0"/>
            <a:endParaRPr lang="es-ES" dirty="0"/>
          </a:p>
        </p:txBody>
      </p:sp>
      <p:sp>
        <p:nvSpPr>
          <p:cNvPr id="6" name="Marcador de número de diapositiva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es-ES" sz="1200">
                <a:solidFill>
                  <a:schemeClr val="tx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lang="es-ES"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s-ES"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F3D98-3C30-4CFC-8643-C81E829C8C25}"/>
              </a:ext>
            </a:extLst>
          </p:cNvPr>
          <p:cNvSpPr>
            <a:spLocks noGrp="1"/>
          </p:cNvSpPr>
          <p:nvPr>
            <p:ph type="title"/>
          </p:nvPr>
        </p:nvSpPr>
        <p:spPr>
          <a:xfrm>
            <a:off x="5943600" y="457200"/>
            <a:ext cx="5120640" cy="3200400"/>
          </a:xfrm>
        </p:spPr>
        <p:txBody>
          <a:bodyPr vert="horz" lIns="91440" tIns="45720" rIns="91440" bIns="45720" rtlCol="0" anchor="b" anchorCtr="0">
            <a:normAutofit/>
          </a:bodyPr>
          <a:lstStyle>
            <a:defPPr>
              <a:defRPr lang="es-ES"/>
            </a:defPPr>
          </a:lstStyle>
          <a:p>
            <a:r>
              <a:rPr lang="es-ES" sz="5600" b="1" kern="1200" dirty="0">
                <a:latin typeface="+mj-lt"/>
                <a:ea typeface="+mj-ea"/>
                <a:cs typeface="+mj-cs"/>
              </a:rPr>
              <a:t>IF-5100 Administración de bases de datos</a:t>
            </a:r>
          </a:p>
        </p:txBody>
      </p:sp>
      <p:sp>
        <p:nvSpPr>
          <p:cNvPr id="3" name="Título 1">
            <a:extLst>
              <a:ext uri="{FF2B5EF4-FFF2-40B4-BE49-F238E27FC236}">
                <a16:creationId xmlns:a16="http://schemas.microsoft.com/office/drawing/2014/main" id="{EEBB6FD5-CB11-15FB-6E4D-07CBED073A57}"/>
              </a:ext>
            </a:extLst>
          </p:cNvPr>
          <p:cNvSpPr txBox="1">
            <a:spLocks/>
          </p:cNvSpPr>
          <p:nvPr/>
        </p:nvSpPr>
        <p:spPr>
          <a:xfrm>
            <a:off x="5943598" y="3657600"/>
            <a:ext cx="5120640" cy="693336"/>
          </a:xfrm>
          <a:prstGeom prst="rect">
            <a:avLst/>
          </a:prstGeom>
        </p:spPr>
        <p:txBody>
          <a:bodyPr vert="horz" lIns="91440" tIns="45720" rIns="91440" bIns="45720" rtlCol="0" anchor="t" anchorCtr="0">
            <a:normAutofit/>
          </a:bodyPr>
          <a:lstStyle>
            <a:defPPr>
              <a:defRPr lang="es-ES"/>
            </a:defPPr>
            <a:lvl1pPr algn="l" defTabSz="914400" rtl="0" eaLnBrk="1" latinLnBrk="0" hangingPunct="1">
              <a:lnSpc>
                <a:spcPct val="80000"/>
              </a:lnSpc>
              <a:spcBef>
                <a:spcPct val="0"/>
              </a:spcBef>
              <a:buNone/>
              <a:defRPr lang="es-ES" sz="6000" b="1" kern="1200">
                <a:solidFill>
                  <a:schemeClr val="tx1"/>
                </a:solidFill>
                <a:latin typeface="+mj-lt"/>
                <a:ea typeface="+mj-ea"/>
                <a:cs typeface="+mj-cs"/>
              </a:defRPr>
            </a:lvl1pPr>
          </a:lstStyle>
          <a:p>
            <a:pPr>
              <a:lnSpc>
                <a:spcPct val="90000"/>
              </a:lnSpc>
              <a:spcBef>
                <a:spcPts val="1000"/>
              </a:spcBef>
            </a:pPr>
            <a:r>
              <a:rPr lang="es-ES" sz="3200" kern="1200" dirty="0">
                <a:latin typeface="+mn-lt"/>
                <a:ea typeface="+mn-ea"/>
                <a:cs typeface="+mn-cs"/>
              </a:rPr>
              <a:t>Informática Empresarial</a:t>
            </a:r>
          </a:p>
        </p:txBody>
      </p:sp>
      <p:pic>
        <p:nvPicPr>
          <p:cNvPr id="5" name="Gráfico 4">
            <a:extLst>
              <a:ext uri="{FF2B5EF4-FFF2-40B4-BE49-F238E27FC236}">
                <a16:creationId xmlns:a16="http://schemas.microsoft.com/office/drawing/2014/main" id="{85BB1439-1C28-4247-0ABD-061B539049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4238" y="1167543"/>
            <a:ext cx="4500562" cy="4500562"/>
          </a:xfrm>
          <a:prstGeom prst="ellipse">
            <a:avLst/>
          </a:prstGeom>
        </p:spPr>
      </p:pic>
      <p:sp>
        <p:nvSpPr>
          <p:cNvPr id="6" name="Título 1">
            <a:extLst>
              <a:ext uri="{FF2B5EF4-FFF2-40B4-BE49-F238E27FC236}">
                <a16:creationId xmlns:a16="http://schemas.microsoft.com/office/drawing/2014/main" id="{BBC0F21F-D25A-E60F-B9DD-8D1C7B7203FF}"/>
              </a:ext>
            </a:extLst>
          </p:cNvPr>
          <p:cNvSpPr txBox="1">
            <a:spLocks/>
          </p:cNvSpPr>
          <p:nvPr/>
        </p:nvSpPr>
        <p:spPr>
          <a:xfrm>
            <a:off x="5943598" y="4211934"/>
            <a:ext cx="5120640" cy="693336"/>
          </a:xfrm>
          <a:prstGeom prst="rect">
            <a:avLst/>
          </a:prstGeom>
        </p:spPr>
        <p:txBody>
          <a:bodyPr vert="horz" lIns="91440" tIns="45720" rIns="91440" bIns="45720" rtlCol="0" anchor="t" anchorCtr="0">
            <a:normAutofit fontScale="85000" lnSpcReduction="20000"/>
          </a:bodyPr>
          <a:lstStyle>
            <a:defPPr>
              <a:defRPr lang="es-ES"/>
            </a:defPPr>
            <a:lvl1pPr algn="l" defTabSz="914400" rtl="0" eaLnBrk="1" latinLnBrk="0" hangingPunct="1">
              <a:lnSpc>
                <a:spcPct val="80000"/>
              </a:lnSpc>
              <a:spcBef>
                <a:spcPct val="0"/>
              </a:spcBef>
              <a:buNone/>
              <a:defRPr lang="es-ES" sz="6000" b="1" kern="1200">
                <a:solidFill>
                  <a:schemeClr val="tx1"/>
                </a:solidFill>
                <a:latin typeface="+mj-lt"/>
                <a:ea typeface="+mj-ea"/>
                <a:cs typeface="+mj-cs"/>
              </a:defRPr>
            </a:lvl1pPr>
          </a:lstStyle>
          <a:p>
            <a:pPr>
              <a:lnSpc>
                <a:spcPct val="90000"/>
              </a:lnSpc>
              <a:spcBef>
                <a:spcPts val="1000"/>
              </a:spcBef>
            </a:pPr>
            <a:r>
              <a:rPr lang="es-ES" sz="3200" kern="1200" dirty="0">
                <a:latin typeface="+mn-lt"/>
                <a:ea typeface="+mn-ea"/>
                <a:cs typeface="+mn-cs"/>
              </a:rPr>
              <a:t>Clase 2 – Administración de Base de Datos y Rol del DBA</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rtlCol="0" anchor="b">
            <a:normAutofit/>
          </a:bodyPr>
          <a:lstStyle>
            <a:defPPr>
              <a:defRPr lang="es-ES"/>
            </a:defPPr>
          </a:lstStyle>
          <a:p>
            <a:pPr rtl="0"/>
            <a:r>
              <a:rPr lang="es-ES" dirty="0"/>
              <a:t>Agenda</a:t>
            </a:r>
          </a:p>
        </p:txBody>
      </p:sp>
      <p:graphicFrame>
        <p:nvGraphicFramePr>
          <p:cNvPr id="5" name="Marcador de contenido 2">
            <a:extLst>
              <a:ext uri="{FF2B5EF4-FFF2-40B4-BE49-F238E27FC236}">
                <a16:creationId xmlns:a16="http://schemas.microsoft.com/office/drawing/2014/main" id="{C206C54B-6301-7941-014E-AE2DA775D4E4}"/>
              </a:ext>
            </a:extLst>
          </p:cNvPr>
          <p:cNvGraphicFramePr>
            <a:graphicFrameLocks noGrp="1"/>
          </p:cNvGraphicFramePr>
          <p:nvPr>
            <p:ph idx="1"/>
            <p:extLst>
              <p:ext uri="{D42A27DB-BD31-4B8C-83A1-F6EECF244321}">
                <p14:modId xmlns:p14="http://schemas.microsoft.com/office/powerpoint/2010/main" val="2862647973"/>
              </p:ext>
            </p:extLst>
          </p:nvPr>
        </p:nvGraphicFramePr>
        <p:xfrm>
          <a:off x="1158865" y="2017467"/>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rtlCol="0" anchor="b">
            <a:normAutofit/>
          </a:bodyPr>
          <a:lstStyle>
            <a:defPPr>
              <a:defRPr lang="es-ES"/>
            </a:defPPr>
          </a:lstStyle>
          <a:p>
            <a:pPr rtl="0"/>
            <a:r>
              <a:rPr lang="es-ES" dirty="0"/>
              <a:t>Administración de bases de datos</a:t>
            </a:r>
          </a:p>
        </p:txBody>
      </p:sp>
      <p:pic>
        <p:nvPicPr>
          <p:cNvPr id="1040" name="Picture 16" descr="Oficina base de datos - Icono gratis PNG, SVG">
            <a:extLst>
              <a:ext uri="{FF2B5EF4-FFF2-40B4-BE49-F238E27FC236}">
                <a16:creationId xmlns:a16="http://schemas.microsoft.com/office/drawing/2014/main" id="{561C5F28-42BA-44B9-D67C-DDE6C84B5A0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7140" y="2023984"/>
            <a:ext cx="3332832" cy="3332832"/>
          </a:xfrm>
          <a:prstGeom prst="rect">
            <a:avLst/>
          </a:prstGeom>
          <a:solidFill>
            <a:srgbClr val="FFFFFF"/>
          </a:solidFill>
        </p:spPr>
      </p:pic>
      <p:sp>
        <p:nvSpPr>
          <p:cNvPr id="3" name="Marcador de contenido 2">
            <a:extLst>
              <a:ext uri="{FF2B5EF4-FFF2-40B4-BE49-F238E27FC236}">
                <a16:creationId xmlns:a16="http://schemas.microsoft.com/office/drawing/2014/main" id="{D1455C0B-19FB-954B-532A-0A68CAC4E0E4}"/>
              </a:ext>
            </a:extLst>
          </p:cNvPr>
          <p:cNvSpPr>
            <a:spLocks noGrp="1"/>
          </p:cNvSpPr>
          <p:nvPr>
            <p:ph idx="10"/>
          </p:nvPr>
        </p:nvSpPr>
        <p:spPr>
          <a:xfrm>
            <a:off x="4469363" y="2023984"/>
            <a:ext cx="7268547" cy="3332832"/>
          </a:xfrm>
        </p:spPr>
        <p:txBody>
          <a:bodyPr rtlCol="0">
            <a:normAutofit/>
          </a:bodyPr>
          <a:lstStyle>
            <a:defPPr>
              <a:defRPr lang="es-ES"/>
            </a:defPPr>
          </a:lstStyle>
          <a:p>
            <a:r>
              <a:rPr lang="es-MX" dirty="0"/>
              <a:t>La </a:t>
            </a:r>
            <a:r>
              <a:rPr lang="es-MX" b="1" dirty="0"/>
              <a:t>administración de datos</a:t>
            </a:r>
            <a:r>
              <a:rPr lang="es-MX" dirty="0"/>
              <a:t> es el conjunto de procesos, políticas y herramientas utilizadas para:</a:t>
            </a:r>
          </a:p>
          <a:p>
            <a:pPr marL="342900" indent="-342900">
              <a:buFont typeface="Arial" panose="020B0604020202020204" pitchFamily="34" charset="0"/>
              <a:buChar char="•"/>
            </a:pPr>
            <a:r>
              <a:rPr lang="es-MX" dirty="0"/>
              <a:t>Almacenar datos</a:t>
            </a:r>
          </a:p>
          <a:p>
            <a:pPr marL="342900" indent="-342900">
              <a:buFont typeface="Arial" panose="020B0604020202020204" pitchFamily="34" charset="0"/>
              <a:buChar char="•"/>
            </a:pPr>
            <a:r>
              <a:rPr lang="es-MX" dirty="0"/>
              <a:t>Protegerlos</a:t>
            </a:r>
          </a:p>
          <a:p>
            <a:pPr marL="342900" indent="-342900">
              <a:buFont typeface="Arial" panose="020B0604020202020204" pitchFamily="34" charset="0"/>
              <a:buChar char="•"/>
            </a:pPr>
            <a:r>
              <a:rPr lang="es-MX" dirty="0"/>
              <a:t>Organizarlos</a:t>
            </a:r>
          </a:p>
          <a:p>
            <a:pPr marL="342900" indent="-342900">
              <a:buFont typeface="Arial" panose="020B0604020202020204" pitchFamily="34" charset="0"/>
              <a:buChar char="•"/>
            </a:pPr>
            <a:r>
              <a:rPr lang="es-MX" dirty="0"/>
              <a:t>Garantizar su disponibilidad</a:t>
            </a:r>
          </a:p>
          <a:p>
            <a:r>
              <a:rPr lang="es-MX" dirty="0"/>
              <a:t>Los datos son un </a:t>
            </a:r>
            <a:r>
              <a:rPr lang="es-MX" b="1" dirty="0"/>
              <a:t>activo estratégico de las organizaciones</a:t>
            </a:r>
            <a:r>
              <a:rPr lang="es-MX" dirty="0"/>
              <a:t>.</a:t>
            </a:r>
          </a:p>
        </p:txBody>
      </p:sp>
    </p:spTree>
    <p:extLst>
      <p:ext uri="{BB962C8B-B14F-4D97-AF65-F5344CB8AC3E}">
        <p14:creationId xmlns:p14="http://schemas.microsoft.com/office/powerpoint/2010/main" val="126593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DB326-1FC2-4629-B5EE-7ACAD7F6A632}"/>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AF86DCB-B2AC-1579-F17B-E0E93C19A913}"/>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MX" dirty="0"/>
              <a:t>Problemas sin administración de datos</a:t>
            </a:r>
            <a:endParaRPr lang="es-ES" dirty="0"/>
          </a:p>
        </p:txBody>
      </p:sp>
      <p:pic>
        <p:nvPicPr>
          <p:cNvPr id="1040" name="Picture 16" descr="Oficina base de datos - Icono gratis PNG, SVG">
            <a:extLst>
              <a:ext uri="{FF2B5EF4-FFF2-40B4-BE49-F238E27FC236}">
                <a16:creationId xmlns:a16="http://schemas.microsoft.com/office/drawing/2014/main" id="{CCCD3A57-B19D-0F3D-5446-547E5F11CB2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5132" y="1949338"/>
            <a:ext cx="3332832" cy="3332832"/>
          </a:xfrm>
          <a:prstGeom prst="rect">
            <a:avLst/>
          </a:prstGeom>
          <a:solidFill>
            <a:srgbClr val="FFFFFF"/>
          </a:solidFill>
        </p:spPr>
      </p:pic>
      <p:sp>
        <p:nvSpPr>
          <p:cNvPr id="3" name="Marcador de contenido 2">
            <a:extLst>
              <a:ext uri="{FF2B5EF4-FFF2-40B4-BE49-F238E27FC236}">
                <a16:creationId xmlns:a16="http://schemas.microsoft.com/office/drawing/2014/main" id="{40644860-3D76-42DE-1EB3-A414A76FABB0}"/>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Si los datos no se administran correctamente:</a:t>
            </a:r>
          </a:p>
          <a:p>
            <a:pPr marL="342900" indent="-342900">
              <a:buFont typeface="Arial" panose="020B0604020202020204" pitchFamily="34" charset="0"/>
              <a:buChar char="•"/>
            </a:pPr>
            <a:r>
              <a:rPr lang="es-MX" dirty="0"/>
              <a:t>Datos duplicados</a:t>
            </a:r>
          </a:p>
          <a:p>
            <a:pPr marL="342900" indent="-342900">
              <a:buFont typeface="Arial" panose="020B0604020202020204" pitchFamily="34" charset="0"/>
              <a:buChar char="•"/>
            </a:pPr>
            <a:r>
              <a:rPr lang="es-MX" dirty="0"/>
              <a:t>Inconsistencia</a:t>
            </a:r>
          </a:p>
          <a:p>
            <a:pPr marL="342900" indent="-342900">
              <a:buFont typeface="Arial" panose="020B0604020202020204" pitchFamily="34" charset="0"/>
              <a:buChar char="•"/>
            </a:pPr>
            <a:r>
              <a:rPr lang="es-MX" dirty="0"/>
              <a:t>Pérdida de información</a:t>
            </a:r>
          </a:p>
          <a:p>
            <a:pPr marL="342900" indent="-342900">
              <a:buFont typeface="Arial" panose="020B0604020202020204" pitchFamily="34" charset="0"/>
              <a:buChar char="•"/>
            </a:pPr>
            <a:r>
              <a:rPr lang="es-MX" dirty="0"/>
              <a:t>Problemas de seguridad</a:t>
            </a:r>
          </a:p>
          <a:p>
            <a:pPr marL="342900" indent="-342900">
              <a:buFont typeface="Arial" panose="020B0604020202020204" pitchFamily="34" charset="0"/>
              <a:buChar char="•"/>
            </a:pPr>
            <a:r>
              <a:rPr lang="es-MX" dirty="0"/>
              <a:t>Mal rendimiento</a:t>
            </a:r>
          </a:p>
          <a:p>
            <a:r>
              <a:rPr lang="es-MX" dirty="0"/>
              <a:t>Ejemplo:</a:t>
            </a:r>
          </a:p>
          <a:p>
            <a:r>
              <a:rPr lang="es-MX" dirty="0"/>
              <a:t>Cliente registrado 3 veces con datos distintos</a:t>
            </a:r>
          </a:p>
        </p:txBody>
      </p:sp>
    </p:spTree>
    <p:extLst>
      <p:ext uri="{BB962C8B-B14F-4D97-AF65-F5344CB8AC3E}">
        <p14:creationId xmlns:p14="http://schemas.microsoft.com/office/powerpoint/2010/main" val="2477588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974E-FEB8-337E-25BA-04CBACA27AEA}"/>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CC27B0F-5BBD-BC37-D9ED-578D6E1EB31C}"/>
              </a:ext>
            </a:extLst>
          </p:cNvPr>
          <p:cNvSpPr>
            <a:spLocks noGrp="1"/>
          </p:cNvSpPr>
          <p:nvPr>
            <p:ph type="title"/>
          </p:nvPr>
        </p:nvSpPr>
        <p:spPr>
          <a:xfrm>
            <a:off x="2776915" y="108410"/>
            <a:ext cx="6509449" cy="1043373"/>
          </a:xfrm>
        </p:spPr>
        <p:txBody>
          <a:bodyPr rtlCol="0" anchor="b">
            <a:normAutofit/>
          </a:bodyPr>
          <a:lstStyle>
            <a:defPPr>
              <a:defRPr lang="es-ES"/>
            </a:defPPr>
          </a:lstStyle>
          <a:p>
            <a:r>
              <a:rPr lang="es-MX" dirty="0"/>
              <a:t>Ciclo de vida de los datos</a:t>
            </a:r>
            <a:endParaRPr lang="es-ES" dirty="0"/>
          </a:p>
        </p:txBody>
      </p:sp>
      <p:pic>
        <p:nvPicPr>
          <p:cNvPr id="5" name="Picture 2" descr="Las 5 etapas del ciclo de vida de los datos | by Javier Esmerado | Medium">
            <a:extLst>
              <a:ext uri="{FF2B5EF4-FFF2-40B4-BE49-F238E27FC236}">
                <a16:creationId xmlns:a16="http://schemas.microsoft.com/office/drawing/2014/main" id="{97EC6E3F-5B6E-C51F-4735-47D535BE749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31701" y="1166856"/>
            <a:ext cx="7588193" cy="5691144"/>
          </a:xfrm>
          <a:prstGeom prst="rect">
            <a:avLst/>
          </a:prstGeom>
          <a:solidFill>
            <a:srgbClr val="FFFFFF"/>
          </a:solidFill>
        </p:spPr>
      </p:pic>
      <p:sp>
        <p:nvSpPr>
          <p:cNvPr id="7" name="Rectángulo: esquinas redondeadas 6">
            <a:extLst>
              <a:ext uri="{FF2B5EF4-FFF2-40B4-BE49-F238E27FC236}">
                <a16:creationId xmlns:a16="http://schemas.microsoft.com/office/drawing/2014/main" id="{74F96F01-2D21-274A-091B-AEADE5483D79}"/>
              </a:ext>
            </a:extLst>
          </p:cNvPr>
          <p:cNvSpPr/>
          <p:nvPr/>
        </p:nvSpPr>
        <p:spPr>
          <a:xfrm>
            <a:off x="5446207" y="6641960"/>
            <a:ext cx="1477107" cy="2160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dirty="0"/>
          </a:p>
        </p:txBody>
      </p:sp>
    </p:spTree>
    <p:extLst>
      <p:ext uri="{BB962C8B-B14F-4D97-AF65-F5344CB8AC3E}">
        <p14:creationId xmlns:p14="http://schemas.microsoft.com/office/powerpoint/2010/main" val="1072612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F431-3541-25EE-F3F1-F5C364C96937}"/>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1C281668-1FC7-4066-C3DE-72C1F205E459}"/>
              </a:ext>
            </a:extLst>
          </p:cNvPr>
          <p:cNvSpPr>
            <a:spLocks noGrp="1"/>
          </p:cNvSpPr>
          <p:nvPr>
            <p:ph type="title"/>
          </p:nvPr>
        </p:nvSpPr>
        <p:spPr>
          <a:xfrm>
            <a:off x="1158864" y="102021"/>
            <a:ext cx="9779183" cy="1744415"/>
          </a:xfrm>
        </p:spPr>
        <p:txBody>
          <a:bodyPr rtlCol="0" anchor="b">
            <a:normAutofit/>
          </a:bodyPr>
          <a:lstStyle>
            <a:defPPr>
              <a:defRPr lang="es-ES"/>
            </a:defPPr>
          </a:lstStyle>
          <a:p>
            <a:pPr rtl="0"/>
            <a:r>
              <a:rPr lang="es-ES" dirty="0"/>
              <a:t>Responsables de los datos</a:t>
            </a:r>
          </a:p>
        </p:txBody>
      </p:sp>
      <p:graphicFrame>
        <p:nvGraphicFramePr>
          <p:cNvPr id="2" name="Tabla 1">
            <a:extLst>
              <a:ext uri="{FF2B5EF4-FFF2-40B4-BE49-F238E27FC236}">
                <a16:creationId xmlns:a16="http://schemas.microsoft.com/office/drawing/2014/main" id="{20E8BDE6-6E19-7EAD-B6F0-F0179D7139F8}"/>
              </a:ext>
            </a:extLst>
          </p:cNvPr>
          <p:cNvGraphicFramePr>
            <a:graphicFrameLocks noGrp="1"/>
          </p:cNvGraphicFramePr>
          <p:nvPr>
            <p:extLst>
              <p:ext uri="{D42A27DB-BD31-4B8C-83A1-F6EECF244321}">
                <p14:modId xmlns:p14="http://schemas.microsoft.com/office/powerpoint/2010/main" val="1912277011"/>
              </p:ext>
            </p:extLst>
          </p:nvPr>
        </p:nvGraphicFramePr>
        <p:xfrm>
          <a:off x="1763486" y="2667017"/>
          <a:ext cx="8257592" cy="1828800"/>
        </p:xfrm>
        <a:graphic>
          <a:graphicData uri="http://schemas.openxmlformats.org/drawingml/2006/table">
            <a:tbl>
              <a:tblPr/>
              <a:tblGrid>
                <a:gridCol w="4268323">
                  <a:extLst>
                    <a:ext uri="{9D8B030D-6E8A-4147-A177-3AD203B41FA5}">
                      <a16:colId xmlns:a16="http://schemas.microsoft.com/office/drawing/2014/main" val="4057983157"/>
                    </a:ext>
                  </a:extLst>
                </a:gridCol>
                <a:gridCol w="3989269">
                  <a:extLst>
                    <a:ext uri="{9D8B030D-6E8A-4147-A177-3AD203B41FA5}">
                      <a16:colId xmlns:a16="http://schemas.microsoft.com/office/drawing/2014/main" val="65278042"/>
                    </a:ext>
                  </a:extLst>
                </a:gridCol>
              </a:tblGrid>
              <a:tr h="0">
                <a:tc>
                  <a:txBody>
                    <a:bodyPr/>
                    <a:lstStyle/>
                    <a:p>
                      <a:pPr>
                        <a:buNone/>
                      </a:pPr>
                      <a:r>
                        <a:rPr lang="es-CR" dirty="0"/>
                        <a: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dirty="0"/>
                        <a:t>Responsabilidad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7962895"/>
                  </a:ext>
                </a:extLst>
              </a:tr>
              <a:tr h="0">
                <a:tc>
                  <a:txBody>
                    <a:bodyPr/>
                    <a:lstStyle/>
                    <a:p>
                      <a:pPr>
                        <a:buNone/>
                      </a:pPr>
                      <a:r>
                        <a:rPr lang="es-CR" dirty="0"/>
                        <a:t>DBA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dirty="0"/>
                        <a:t>Administración técnica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7173102"/>
                  </a:ext>
                </a:extLst>
              </a:tr>
              <a:tr h="0">
                <a:tc>
                  <a:txBody>
                    <a:bodyPr/>
                    <a:lstStyle/>
                    <a:p>
                      <a:pPr>
                        <a:buNone/>
                      </a:pPr>
                      <a:r>
                        <a:rPr lang="es-CR" dirty="0"/>
                        <a:t>Desarrollador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dirty="0"/>
                        <a:t>Consultas eficientes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2161920"/>
                  </a:ext>
                </a:extLst>
              </a:tr>
              <a:tr h="0">
                <a:tc>
                  <a:txBody>
                    <a:bodyPr/>
                    <a:lstStyle/>
                    <a:p>
                      <a:pPr>
                        <a:buNone/>
                      </a:pPr>
                      <a:r>
                        <a:rPr lang="es-CR" dirty="0"/>
                        <a:t>Analista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dirty="0"/>
                        <a:t>Análisis de datos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4992972"/>
                  </a:ext>
                </a:extLst>
              </a:tr>
              <a:tr h="0">
                <a:tc>
                  <a:txBody>
                    <a:bodyPr/>
                    <a:lstStyle/>
                    <a:p>
                      <a:pPr>
                        <a:buNone/>
                      </a:pPr>
                      <a:r>
                        <a:rPr lang="es-CR" dirty="0"/>
                        <a:t>Seguridad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dirty="0"/>
                        <a:t>Control de accesos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8511847"/>
                  </a:ext>
                </a:extLst>
              </a:tr>
            </a:tbl>
          </a:graphicData>
        </a:graphic>
      </p:graphicFrame>
    </p:spTree>
    <p:extLst>
      <p:ext uri="{BB962C8B-B14F-4D97-AF65-F5344CB8AC3E}">
        <p14:creationId xmlns:p14="http://schemas.microsoft.com/office/powerpoint/2010/main" val="534254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E9D71-3E7A-1AE3-019F-9BFF12345B7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98C38955-C3D3-9C5D-6C65-78F42A9B7DA2}"/>
              </a:ext>
            </a:extLst>
          </p:cNvPr>
          <p:cNvSpPr>
            <a:spLocks noGrp="1"/>
          </p:cNvSpPr>
          <p:nvPr>
            <p:ph type="title"/>
          </p:nvPr>
        </p:nvSpPr>
        <p:spPr>
          <a:xfrm>
            <a:off x="626302" y="-110532"/>
            <a:ext cx="6548222" cy="871746"/>
          </a:xfrm>
        </p:spPr>
        <p:txBody>
          <a:bodyPr rtlCol="0" anchor="b">
            <a:normAutofit/>
          </a:bodyPr>
          <a:lstStyle>
            <a:defPPr>
              <a:defRPr lang="es-ES"/>
            </a:defPPr>
          </a:lstStyle>
          <a:p>
            <a:pPr rtl="0"/>
            <a:r>
              <a:rPr lang="es-ES" dirty="0"/>
              <a:t>Gobierno de datos</a:t>
            </a:r>
          </a:p>
        </p:txBody>
      </p:sp>
      <p:pic>
        <p:nvPicPr>
          <p:cNvPr id="3076" name="Picture 4" descr="Beneficios de implementar un modelo de gobierno de datos">
            <a:extLst>
              <a:ext uri="{FF2B5EF4-FFF2-40B4-BE49-F238E27FC236}">
                <a16:creationId xmlns:a16="http://schemas.microsoft.com/office/drawing/2014/main" id="{2F0D993C-E5E3-3E9C-4034-89A7067FD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0" y="925809"/>
            <a:ext cx="5715000" cy="581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902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CEE3F-1894-E4A7-9DF1-52493BE5CC06}"/>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46C489AC-7F56-8132-865C-38EECC630338}"/>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El DBA y sus responsabilidades </a:t>
            </a:r>
          </a:p>
        </p:txBody>
      </p:sp>
      <p:sp>
        <p:nvSpPr>
          <p:cNvPr id="3" name="Marcador de contenido 2">
            <a:extLst>
              <a:ext uri="{FF2B5EF4-FFF2-40B4-BE49-F238E27FC236}">
                <a16:creationId xmlns:a16="http://schemas.microsoft.com/office/drawing/2014/main" id="{1A539480-7B0E-CE94-E574-358F325A912A}"/>
              </a:ext>
            </a:extLst>
          </p:cNvPr>
          <p:cNvSpPr>
            <a:spLocks noGrp="1"/>
          </p:cNvSpPr>
          <p:nvPr>
            <p:ph idx="1"/>
          </p:nvPr>
        </p:nvSpPr>
        <p:spPr>
          <a:xfrm>
            <a:off x="1043309" y="2630925"/>
            <a:ext cx="9779182" cy="2379614"/>
          </a:xfrm>
        </p:spPr>
        <p:txBody>
          <a:bodyPr rtlCol="0">
            <a:normAutofit/>
          </a:bodyPr>
          <a:lstStyle>
            <a:defPPr>
              <a:defRPr lang="es-ES"/>
            </a:defPPr>
          </a:lstStyle>
          <a:p>
            <a:pPr algn="just"/>
            <a:r>
              <a:rPr lang="es-MX" sz="2400" dirty="0"/>
              <a:t>Un Administrador de Bases de Datos (DBA) es responsable de garantizar la integridad, seguridad, disponibilidad y rendimiento de los datos de una organización. Sus funciones clave incluyen instalar software, realizar copias de seguridad, optimizar consultas, gestionar accesos de usuarios y planificar la capacidad de almacenamiento.</a:t>
            </a:r>
            <a:endParaRPr lang="es-ES" sz="2400" dirty="0"/>
          </a:p>
        </p:txBody>
      </p:sp>
    </p:spTree>
    <p:extLst>
      <p:ext uri="{BB962C8B-B14F-4D97-AF65-F5344CB8AC3E}">
        <p14:creationId xmlns:p14="http://schemas.microsoft.com/office/powerpoint/2010/main" val="3370611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0C8D-CA5E-6654-B6B7-F160076AF72E}"/>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0D121832-DBE1-7B86-6879-70B675810293}"/>
              </a:ext>
            </a:extLst>
          </p:cNvPr>
          <p:cNvSpPr>
            <a:spLocks noGrp="1"/>
          </p:cNvSpPr>
          <p:nvPr>
            <p:ph type="title"/>
          </p:nvPr>
        </p:nvSpPr>
        <p:spPr>
          <a:xfrm>
            <a:off x="1158864" y="102021"/>
            <a:ext cx="9779183" cy="1744415"/>
          </a:xfrm>
        </p:spPr>
        <p:txBody>
          <a:bodyPr rtlCol="0" anchor="b">
            <a:normAutofit/>
          </a:bodyPr>
          <a:lstStyle>
            <a:defPPr>
              <a:defRPr lang="es-ES"/>
            </a:defPPr>
          </a:lstStyle>
          <a:p>
            <a:pPr lvl="0"/>
            <a:r>
              <a:rPr lang="es-MX" dirty="0"/>
              <a:t>Responsabilidades Clave de un DBA</a:t>
            </a:r>
            <a:endParaRPr lang="en-US" dirty="0"/>
          </a:p>
        </p:txBody>
      </p:sp>
      <p:graphicFrame>
        <p:nvGraphicFramePr>
          <p:cNvPr id="8" name="Marcador de contenido 2">
            <a:extLst>
              <a:ext uri="{FF2B5EF4-FFF2-40B4-BE49-F238E27FC236}">
                <a16:creationId xmlns:a16="http://schemas.microsoft.com/office/drawing/2014/main" id="{A2E1C896-B54F-A0F2-A296-1FC481E4C5A0}"/>
              </a:ext>
            </a:extLst>
          </p:cNvPr>
          <p:cNvGraphicFramePr>
            <a:graphicFrameLocks noGrp="1"/>
          </p:cNvGraphicFramePr>
          <p:nvPr>
            <p:ph idx="1"/>
            <p:extLst>
              <p:ext uri="{D42A27DB-BD31-4B8C-83A1-F6EECF244321}">
                <p14:modId xmlns:p14="http://schemas.microsoft.com/office/powerpoint/2010/main" val="2834346079"/>
              </p:ext>
            </p:extLst>
          </p:nvPr>
        </p:nvGraphicFramePr>
        <p:xfrm>
          <a:off x="1158865" y="2017467"/>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8047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20D8-5F4C-3B98-E0DB-FCD817C5CDAA}"/>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FE0BE035-B455-7E2A-C491-7E78FC2EA08D}"/>
              </a:ext>
            </a:extLst>
          </p:cNvPr>
          <p:cNvSpPr>
            <a:spLocks noGrp="1"/>
          </p:cNvSpPr>
          <p:nvPr>
            <p:ph type="ctrTitle"/>
          </p:nvPr>
        </p:nvSpPr>
        <p:spPr>
          <a:xfrm>
            <a:off x="1167494" y="252549"/>
            <a:ext cx="6220278" cy="3262811"/>
          </a:xfrm>
        </p:spPr>
        <p:txBody>
          <a:bodyPr rtlCol="0" anchor="b">
            <a:normAutofit/>
          </a:bodyPr>
          <a:lstStyle>
            <a:defPPr>
              <a:defRPr lang="es-ES"/>
            </a:defPPr>
          </a:lstStyle>
          <a:p>
            <a:r>
              <a:rPr lang="es-ES" dirty="0"/>
              <a:t>Actividades diarias de un DBA</a:t>
            </a:r>
          </a:p>
        </p:txBody>
      </p:sp>
      <p:sp>
        <p:nvSpPr>
          <p:cNvPr id="10" name="Marcador de contenido 2">
            <a:extLst>
              <a:ext uri="{FF2B5EF4-FFF2-40B4-BE49-F238E27FC236}">
                <a16:creationId xmlns:a16="http://schemas.microsoft.com/office/drawing/2014/main" id="{D1641BD3-CD85-264B-81E7-2EE0A4460768}"/>
              </a:ext>
            </a:extLst>
          </p:cNvPr>
          <p:cNvSpPr>
            <a:spLocks noGrp="1"/>
          </p:cNvSpPr>
          <p:nvPr>
            <p:ph type="subTitle" idx="1"/>
          </p:nvPr>
        </p:nvSpPr>
        <p:spPr>
          <a:xfrm>
            <a:off x="1167493" y="3685939"/>
            <a:ext cx="6220277" cy="2919512"/>
          </a:xfrm>
        </p:spPr>
        <p:txBody>
          <a:bodyPr rtlCol="0" anchor="t">
            <a:normAutofit/>
          </a:bodyPr>
          <a:lstStyle>
            <a:defPPr>
              <a:defRPr lang="es-ES"/>
            </a:defPPr>
          </a:lstStyle>
          <a:p>
            <a:pPr marL="342900" indent="-342900">
              <a:buFont typeface="Arial" panose="020B0604020202020204" pitchFamily="34" charset="0"/>
              <a:buChar char="•"/>
            </a:pPr>
            <a:r>
              <a:rPr lang="es-CR" dirty="0"/>
              <a:t>Revisar </a:t>
            </a:r>
            <a:r>
              <a:rPr lang="es-CR" dirty="0" err="1"/>
              <a:t>Queries</a:t>
            </a:r>
            <a:r>
              <a:rPr lang="es-CR" dirty="0"/>
              <a:t> lentos</a:t>
            </a:r>
          </a:p>
          <a:p>
            <a:pPr marL="342900" indent="-342900">
              <a:buFont typeface="Arial" panose="020B0604020202020204" pitchFamily="34" charset="0"/>
              <a:buChar char="•"/>
            </a:pPr>
            <a:r>
              <a:rPr lang="es-CR" dirty="0"/>
              <a:t>Monitorear CPU y memoria</a:t>
            </a:r>
          </a:p>
          <a:p>
            <a:pPr marL="342900" indent="-342900">
              <a:buFont typeface="Arial" panose="020B0604020202020204" pitchFamily="34" charset="0"/>
              <a:buChar char="•"/>
            </a:pPr>
            <a:r>
              <a:rPr lang="es-CR" dirty="0"/>
              <a:t>Revisar bloqueos</a:t>
            </a:r>
          </a:p>
          <a:p>
            <a:pPr marL="342900" indent="-342900">
              <a:buFont typeface="Arial" panose="020B0604020202020204" pitchFamily="34" charset="0"/>
              <a:buChar char="•"/>
            </a:pPr>
            <a:r>
              <a:rPr lang="es-CR" dirty="0"/>
              <a:t>Verificar </a:t>
            </a:r>
            <a:r>
              <a:rPr lang="es-CR" dirty="0" err="1"/>
              <a:t>backups</a:t>
            </a:r>
            <a:endParaRPr lang="es-ES" dirty="0"/>
          </a:p>
        </p:txBody>
      </p:sp>
    </p:spTree>
    <p:extLst>
      <p:ext uri="{BB962C8B-B14F-4D97-AF65-F5344CB8AC3E}">
        <p14:creationId xmlns:p14="http://schemas.microsoft.com/office/powerpoint/2010/main" val="1489114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A913A-625E-8A88-9324-211089F3F18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37FD0E0C-A11F-0A8F-90F4-33C6788EBD4A}"/>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SABD mas usados</a:t>
            </a:r>
          </a:p>
        </p:txBody>
      </p:sp>
      <p:sp>
        <p:nvSpPr>
          <p:cNvPr id="3" name="Marcador de contenido 2">
            <a:extLst>
              <a:ext uri="{FF2B5EF4-FFF2-40B4-BE49-F238E27FC236}">
                <a16:creationId xmlns:a16="http://schemas.microsoft.com/office/drawing/2014/main" id="{D630D4A7-17D1-72D1-1F3D-52B4F70A3905}"/>
              </a:ext>
            </a:extLst>
          </p:cNvPr>
          <p:cNvSpPr>
            <a:spLocks noGrp="1"/>
          </p:cNvSpPr>
          <p:nvPr>
            <p:ph idx="1"/>
          </p:nvPr>
        </p:nvSpPr>
        <p:spPr>
          <a:xfrm>
            <a:off x="916408" y="2332858"/>
            <a:ext cx="9779182" cy="2192284"/>
          </a:xfrm>
        </p:spPr>
        <p:txBody>
          <a:bodyPr rtlCol="0">
            <a:normAutofit/>
          </a:bodyPr>
          <a:lstStyle>
            <a:defPPr>
              <a:defRPr lang="es-ES"/>
            </a:defPPr>
          </a:lstStyle>
          <a:p>
            <a:pPr marL="342900" indent="-342900" rtl="0">
              <a:buFont typeface="Arial" panose="020B0604020202020204" pitchFamily="34" charset="0"/>
              <a:buChar char="•"/>
            </a:pPr>
            <a:r>
              <a:rPr lang="es-ES" sz="2200" dirty="0"/>
              <a:t>Microsoft SQL Server</a:t>
            </a:r>
          </a:p>
          <a:p>
            <a:pPr marL="342900" indent="-342900" rtl="0">
              <a:buFont typeface="Arial" panose="020B0604020202020204" pitchFamily="34" charset="0"/>
              <a:buChar char="•"/>
            </a:pPr>
            <a:r>
              <a:rPr lang="es-ES" sz="2200" dirty="0"/>
              <a:t>PostgreSQL</a:t>
            </a:r>
          </a:p>
          <a:p>
            <a:pPr marL="342900" indent="-342900" rtl="0">
              <a:buFont typeface="Arial" panose="020B0604020202020204" pitchFamily="34" charset="0"/>
              <a:buChar char="•"/>
            </a:pPr>
            <a:r>
              <a:rPr lang="es-ES" sz="2200" dirty="0"/>
              <a:t>MySQL</a:t>
            </a:r>
          </a:p>
          <a:p>
            <a:pPr marL="342900" indent="-342900" rtl="0">
              <a:buFont typeface="Arial" panose="020B0604020202020204" pitchFamily="34" charset="0"/>
              <a:buChar char="•"/>
            </a:pPr>
            <a:r>
              <a:rPr lang="es-ES" sz="2200" dirty="0"/>
              <a:t>Oracle </a:t>
            </a:r>
            <a:r>
              <a:rPr lang="es-ES" sz="2200" dirty="0" err="1"/>
              <a:t>Database</a:t>
            </a:r>
            <a:endParaRPr lang="es-ES" sz="2200" dirty="0"/>
          </a:p>
        </p:txBody>
      </p:sp>
    </p:spTree>
    <p:extLst>
      <p:ext uri="{BB962C8B-B14F-4D97-AF65-F5344CB8AC3E}">
        <p14:creationId xmlns:p14="http://schemas.microsoft.com/office/powerpoint/2010/main" val="2287053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56B6-B6F2-5C6E-53F3-F8C9E089154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FE7748B9-3C27-9D59-64DA-429D97034C7B}"/>
              </a:ext>
            </a:extLst>
          </p:cNvPr>
          <p:cNvSpPr>
            <a:spLocks noGrp="1"/>
          </p:cNvSpPr>
          <p:nvPr>
            <p:ph type="title"/>
          </p:nvPr>
        </p:nvSpPr>
        <p:spPr>
          <a:xfrm>
            <a:off x="1158864" y="102021"/>
            <a:ext cx="9779183" cy="1744415"/>
          </a:xfrm>
        </p:spPr>
        <p:txBody>
          <a:bodyPr rtlCol="0" anchor="b">
            <a:normAutofit/>
          </a:bodyPr>
          <a:lstStyle>
            <a:defPPr>
              <a:defRPr lang="es-ES"/>
            </a:defPPr>
          </a:lstStyle>
          <a:p>
            <a:r>
              <a:rPr lang="es-CR" dirty="0"/>
              <a:t>Herramientas de administración</a:t>
            </a:r>
            <a:endParaRPr lang="es-ES" dirty="0"/>
          </a:p>
        </p:txBody>
      </p:sp>
      <p:graphicFrame>
        <p:nvGraphicFramePr>
          <p:cNvPr id="5" name="Tabla 4">
            <a:extLst>
              <a:ext uri="{FF2B5EF4-FFF2-40B4-BE49-F238E27FC236}">
                <a16:creationId xmlns:a16="http://schemas.microsoft.com/office/drawing/2014/main" id="{B16BFBF0-E547-B469-4BD7-ED5E7FA85E7F}"/>
              </a:ext>
            </a:extLst>
          </p:cNvPr>
          <p:cNvGraphicFramePr>
            <a:graphicFrameLocks noGrp="1"/>
          </p:cNvGraphicFramePr>
          <p:nvPr>
            <p:extLst>
              <p:ext uri="{D42A27DB-BD31-4B8C-83A1-F6EECF244321}">
                <p14:modId xmlns:p14="http://schemas.microsoft.com/office/powerpoint/2010/main" val="3170489720"/>
              </p:ext>
            </p:extLst>
          </p:nvPr>
        </p:nvGraphicFramePr>
        <p:xfrm>
          <a:off x="1158865" y="2227720"/>
          <a:ext cx="10295716" cy="2946312"/>
        </p:xfrm>
        <a:graphic>
          <a:graphicData uri="http://schemas.openxmlformats.org/drawingml/2006/table">
            <a:tbl>
              <a:tblPr/>
              <a:tblGrid>
                <a:gridCol w="4838812">
                  <a:extLst>
                    <a:ext uri="{9D8B030D-6E8A-4147-A177-3AD203B41FA5}">
                      <a16:colId xmlns:a16="http://schemas.microsoft.com/office/drawing/2014/main" val="2934556907"/>
                    </a:ext>
                  </a:extLst>
                </a:gridCol>
                <a:gridCol w="5456904">
                  <a:extLst>
                    <a:ext uri="{9D8B030D-6E8A-4147-A177-3AD203B41FA5}">
                      <a16:colId xmlns:a16="http://schemas.microsoft.com/office/drawing/2014/main" val="1217957846"/>
                    </a:ext>
                  </a:extLst>
                </a:gridCol>
              </a:tblGrid>
              <a:tr h="736578">
                <a:tc>
                  <a:txBody>
                    <a:bodyPr/>
                    <a:lstStyle/>
                    <a:p>
                      <a:pPr>
                        <a:buNone/>
                      </a:pPr>
                      <a:r>
                        <a:rPr lang="es-CR" sz="3300" dirty="0"/>
                        <a:t>Herramienta</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sz="3300"/>
                        <a:t>Uso</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6127218"/>
                  </a:ext>
                </a:extLst>
              </a:tr>
              <a:tr h="736578">
                <a:tc>
                  <a:txBody>
                    <a:bodyPr/>
                    <a:lstStyle/>
                    <a:p>
                      <a:pPr>
                        <a:buNone/>
                      </a:pPr>
                      <a:r>
                        <a:rPr lang="es-CR" sz="3300"/>
                        <a:t>SSMS</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sz="3300" dirty="0"/>
                        <a:t>Administración SQL Server</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5104654"/>
                  </a:ext>
                </a:extLst>
              </a:tr>
              <a:tr h="736578">
                <a:tc>
                  <a:txBody>
                    <a:bodyPr/>
                    <a:lstStyle/>
                    <a:p>
                      <a:pPr>
                        <a:buNone/>
                      </a:pPr>
                      <a:r>
                        <a:rPr lang="es-CR" sz="3300"/>
                        <a:t>pgAdmin</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sz="3300" dirty="0"/>
                        <a:t>PostgreSQL</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1337213"/>
                  </a:ext>
                </a:extLst>
              </a:tr>
              <a:tr h="736578">
                <a:tc>
                  <a:txBody>
                    <a:bodyPr/>
                    <a:lstStyle/>
                    <a:p>
                      <a:pPr>
                        <a:buNone/>
                      </a:pPr>
                      <a:r>
                        <a:rPr lang="es-CR" sz="3300"/>
                        <a:t>MySQL Workbench</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sz="3300" dirty="0"/>
                        <a:t>MySQL</a:t>
                      </a:r>
                    </a:p>
                  </a:txBody>
                  <a:tcPr marL="167404" marR="167404" marT="83702" marB="83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4949948"/>
                  </a:ext>
                </a:extLst>
              </a:tr>
            </a:tbl>
          </a:graphicData>
        </a:graphic>
      </p:graphicFrame>
      <p:pic>
        <p:nvPicPr>
          <p:cNvPr id="5122" name="Picture 2" descr="SQL Server 2025 &amp; SSMS: New Bling – InfoAdvisors">
            <a:extLst>
              <a:ext uri="{FF2B5EF4-FFF2-40B4-BE49-F238E27FC236}">
                <a16:creationId xmlns:a16="http://schemas.microsoft.com/office/drawing/2014/main" id="{2F53E53A-9B56-43A4-DE54-CFF280E59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232" y="2989587"/>
            <a:ext cx="690101" cy="69010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Pgadmin Icon | Dashboard Icons">
            <a:extLst>
              <a:ext uri="{FF2B5EF4-FFF2-40B4-BE49-F238E27FC236}">
                <a16:creationId xmlns:a16="http://schemas.microsoft.com/office/drawing/2014/main" id="{2E03730C-EFAF-7D95-091F-2C625E0ED5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0090" y="3793650"/>
            <a:ext cx="518229" cy="534644"/>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Mysql workbench - free Icon PNG, SVG">
            <a:extLst>
              <a:ext uri="{FF2B5EF4-FFF2-40B4-BE49-F238E27FC236}">
                <a16:creationId xmlns:a16="http://schemas.microsoft.com/office/drawing/2014/main" id="{F089D045-4F89-8CA4-3EE2-4C7696AA3F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0090" y="4441082"/>
            <a:ext cx="620161" cy="620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26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8B435-1624-9F25-381D-77A5989B2F9A}"/>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D24C08E5-4861-D45F-D36C-3D120280CA8D}"/>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Herramientas de monitoreo</a:t>
            </a:r>
          </a:p>
        </p:txBody>
      </p:sp>
      <p:sp>
        <p:nvSpPr>
          <p:cNvPr id="3" name="Marcador de contenido 2">
            <a:extLst>
              <a:ext uri="{FF2B5EF4-FFF2-40B4-BE49-F238E27FC236}">
                <a16:creationId xmlns:a16="http://schemas.microsoft.com/office/drawing/2014/main" id="{F09134E6-C8F0-E2B5-1C9F-1F9B56DA1581}"/>
              </a:ext>
            </a:extLst>
          </p:cNvPr>
          <p:cNvSpPr>
            <a:spLocks noGrp="1"/>
          </p:cNvSpPr>
          <p:nvPr>
            <p:ph idx="1"/>
          </p:nvPr>
        </p:nvSpPr>
        <p:spPr>
          <a:xfrm>
            <a:off x="916408" y="2332858"/>
            <a:ext cx="9779182" cy="2192284"/>
          </a:xfrm>
        </p:spPr>
        <p:txBody>
          <a:bodyPr rtlCol="0">
            <a:normAutofit/>
          </a:bodyPr>
          <a:lstStyle>
            <a:defPPr>
              <a:defRPr lang="es-ES"/>
            </a:defPPr>
          </a:lstStyle>
          <a:p>
            <a:pPr marL="342900" indent="-342900" rtl="0">
              <a:buFont typeface="Arial" panose="020B0604020202020204" pitchFamily="34" charset="0"/>
              <a:buChar char="•"/>
            </a:pPr>
            <a:r>
              <a:rPr lang="es-ES" sz="2200" dirty="0" err="1"/>
              <a:t>Grafana</a:t>
            </a:r>
            <a:endParaRPr lang="es-ES" sz="2200" dirty="0"/>
          </a:p>
          <a:p>
            <a:pPr marL="342900" indent="-342900" rtl="0">
              <a:buFont typeface="Arial" panose="020B0604020202020204" pitchFamily="34" charset="0"/>
              <a:buChar char="•"/>
            </a:pPr>
            <a:r>
              <a:rPr lang="es-ES" sz="2200" dirty="0" err="1"/>
              <a:t>Prometheus</a:t>
            </a:r>
            <a:endParaRPr lang="es-ES" sz="2200" dirty="0"/>
          </a:p>
          <a:p>
            <a:pPr marL="342900" indent="-342900" rtl="0">
              <a:buFont typeface="Arial" panose="020B0604020202020204" pitchFamily="34" charset="0"/>
              <a:buChar char="•"/>
            </a:pPr>
            <a:r>
              <a:rPr lang="es-ES" sz="2200" dirty="0" err="1"/>
              <a:t>DataDog</a:t>
            </a:r>
            <a:endParaRPr lang="es-ES" sz="2200" dirty="0"/>
          </a:p>
        </p:txBody>
      </p:sp>
    </p:spTree>
    <p:extLst>
      <p:ext uri="{BB962C8B-B14F-4D97-AF65-F5344CB8AC3E}">
        <p14:creationId xmlns:p14="http://schemas.microsoft.com/office/powerpoint/2010/main" val="3037743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A9B3-AAB2-431D-CCC4-67CFC15D4577}"/>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D7D91E23-65BE-C7C2-1E1F-4E8E4D6E1D92}"/>
              </a:ext>
            </a:extLst>
          </p:cNvPr>
          <p:cNvSpPr>
            <a:spLocks noGrp="1"/>
          </p:cNvSpPr>
          <p:nvPr>
            <p:ph type="title"/>
          </p:nvPr>
        </p:nvSpPr>
        <p:spPr>
          <a:xfrm>
            <a:off x="1167492" y="136526"/>
            <a:ext cx="9601200" cy="1653371"/>
          </a:xfrm>
        </p:spPr>
        <p:txBody>
          <a:bodyPr rtlCol="0" anchor="b">
            <a:normAutofit/>
          </a:bodyPr>
          <a:lstStyle>
            <a:defPPr>
              <a:defRPr lang="es-ES"/>
            </a:defPPr>
          </a:lstStyle>
          <a:p>
            <a:pPr rtl="0"/>
            <a:r>
              <a:rPr lang="es-ES" dirty="0"/>
              <a:t>Repaso técnico</a:t>
            </a:r>
          </a:p>
        </p:txBody>
      </p:sp>
      <p:sp>
        <p:nvSpPr>
          <p:cNvPr id="3" name="Marcador de contenido 2">
            <a:extLst>
              <a:ext uri="{FF2B5EF4-FFF2-40B4-BE49-F238E27FC236}">
                <a16:creationId xmlns:a16="http://schemas.microsoft.com/office/drawing/2014/main" id="{13CF2EA0-7111-1459-793C-5B5581784C33}"/>
              </a:ext>
            </a:extLst>
          </p:cNvPr>
          <p:cNvSpPr>
            <a:spLocks noGrp="1"/>
          </p:cNvSpPr>
          <p:nvPr>
            <p:ph idx="1"/>
          </p:nvPr>
        </p:nvSpPr>
        <p:spPr>
          <a:xfrm>
            <a:off x="1167493" y="2023984"/>
            <a:ext cx="4097843" cy="3332832"/>
          </a:xfrm>
        </p:spPr>
        <p:txBody>
          <a:bodyPr rtlCol="0">
            <a:normAutofit/>
          </a:bodyPr>
          <a:lstStyle>
            <a:defPPr>
              <a:defRPr lang="es-ES"/>
            </a:defPPr>
          </a:lstStyle>
          <a:p>
            <a:pPr rtl="0"/>
            <a:r>
              <a:rPr lang="es-CR" dirty="0" err="1"/>
              <a:t>Joins</a:t>
            </a:r>
            <a:endParaRPr lang="es-CR" dirty="0"/>
          </a:p>
          <a:p>
            <a:pPr marL="342900" indent="-342900" rtl="0">
              <a:buFont typeface="Arial" panose="020B0604020202020204" pitchFamily="34" charset="0"/>
              <a:buChar char="•"/>
            </a:pPr>
            <a:r>
              <a:rPr lang="es-CR" dirty="0"/>
              <a:t>Un JOIN permite combinar datos de varias tablas en una sola consulta</a:t>
            </a:r>
            <a:endParaRPr lang="es-MX" dirty="0"/>
          </a:p>
          <a:p>
            <a:pPr marL="800100" lvl="1" indent="-342900">
              <a:buFont typeface="Arial" panose="020B0604020202020204" pitchFamily="34" charset="0"/>
              <a:buChar char="•"/>
            </a:pPr>
            <a:endParaRPr lang="es-MX" b="1" dirty="0"/>
          </a:p>
        </p:txBody>
      </p:sp>
      <p:pic>
        <p:nvPicPr>
          <p:cNvPr id="7170" name="Picture 2" descr="What are Joins in SQL?">
            <a:extLst>
              <a:ext uri="{FF2B5EF4-FFF2-40B4-BE49-F238E27FC236}">
                <a16:creationId xmlns:a16="http://schemas.microsoft.com/office/drawing/2014/main" id="{4BEDADEE-D474-9FB2-2A04-F3E35DDA67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004080" y="1391134"/>
            <a:ext cx="7020658" cy="4598531"/>
          </a:xfrm>
          <a:prstGeom prst="rect">
            <a:avLst/>
          </a:prstGeom>
          <a:solidFill>
            <a:srgbClr val="FFFFFF"/>
          </a:solidFill>
        </p:spPr>
      </p:pic>
    </p:spTree>
    <p:extLst>
      <p:ext uri="{BB962C8B-B14F-4D97-AF65-F5344CB8AC3E}">
        <p14:creationId xmlns:p14="http://schemas.microsoft.com/office/powerpoint/2010/main" val="3273509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16BA-7830-5BA2-F83B-E06DC075067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249EE2E9-9F11-1B40-28E3-35429DD970A6}"/>
              </a:ext>
            </a:extLst>
          </p:cNvPr>
          <p:cNvSpPr>
            <a:spLocks noGrp="1"/>
          </p:cNvSpPr>
          <p:nvPr>
            <p:ph type="title"/>
          </p:nvPr>
        </p:nvSpPr>
        <p:spPr>
          <a:xfrm>
            <a:off x="300373" y="289679"/>
            <a:ext cx="6257743" cy="1084165"/>
          </a:xfrm>
        </p:spPr>
        <p:txBody>
          <a:bodyPr rtlCol="0" anchor="b">
            <a:normAutofit/>
          </a:bodyPr>
          <a:lstStyle>
            <a:defPPr>
              <a:defRPr lang="es-ES"/>
            </a:defPPr>
          </a:lstStyle>
          <a:p>
            <a:pPr rtl="0"/>
            <a:r>
              <a:rPr lang="es-ES" dirty="0"/>
              <a:t>Repaso técnico</a:t>
            </a:r>
          </a:p>
        </p:txBody>
      </p:sp>
      <p:sp>
        <p:nvSpPr>
          <p:cNvPr id="3" name="Marcador de contenido 2">
            <a:extLst>
              <a:ext uri="{FF2B5EF4-FFF2-40B4-BE49-F238E27FC236}">
                <a16:creationId xmlns:a16="http://schemas.microsoft.com/office/drawing/2014/main" id="{DFE462CC-DDB1-E042-82CB-3E38D03DA393}"/>
              </a:ext>
            </a:extLst>
          </p:cNvPr>
          <p:cNvSpPr>
            <a:spLocks noGrp="1"/>
          </p:cNvSpPr>
          <p:nvPr>
            <p:ph idx="1"/>
          </p:nvPr>
        </p:nvSpPr>
        <p:spPr>
          <a:xfrm>
            <a:off x="491613" y="1605275"/>
            <a:ext cx="10144983" cy="4112028"/>
          </a:xfrm>
        </p:spPr>
        <p:txBody>
          <a:bodyPr rtlCol="0">
            <a:normAutofit/>
          </a:bodyPr>
          <a:lstStyle>
            <a:defPPr>
              <a:defRPr lang="es-ES"/>
            </a:defPPr>
          </a:lstStyle>
          <a:p>
            <a:pPr algn="just"/>
            <a:r>
              <a:rPr lang="es-MX" sz="2400" dirty="0"/>
              <a:t>Transacciones</a:t>
            </a:r>
          </a:p>
          <a:p>
            <a:pPr algn="just"/>
            <a:r>
              <a:rPr lang="es-MX" sz="2400" dirty="0"/>
              <a:t>Una </a:t>
            </a:r>
            <a:r>
              <a:rPr lang="es-MX" sz="2400" b="1" dirty="0"/>
              <a:t>transacción</a:t>
            </a:r>
            <a:r>
              <a:rPr lang="es-MX" sz="2400" dirty="0"/>
              <a:t> es una unidad de trabajo que debe ejecutarse completamente o no ejecutarse.</a:t>
            </a:r>
          </a:p>
          <a:p>
            <a:pPr algn="just"/>
            <a:r>
              <a:rPr lang="es-MX" sz="2400" dirty="0"/>
              <a:t>Ejemplo:</a:t>
            </a:r>
          </a:p>
          <a:p>
            <a:pPr algn="just"/>
            <a:r>
              <a:rPr lang="es-MX" sz="2400" dirty="0"/>
              <a:t>Transferencia bancaria.</a:t>
            </a:r>
          </a:p>
        </p:txBody>
      </p:sp>
      <p:sp>
        <p:nvSpPr>
          <p:cNvPr id="4" name="CuadroTexto 3">
            <a:extLst>
              <a:ext uri="{FF2B5EF4-FFF2-40B4-BE49-F238E27FC236}">
                <a16:creationId xmlns:a16="http://schemas.microsoft.com/office/drawing/2014/main" id="{B4A60B4F-3187-302C-1F1F-505ACCDA64AC}"/>
              </a:ext>
            </a:extLst>
          </p:cNvPr>
          <p:cNvSpPr txBox="1"/>
          <p:nvPr/>
        </p:nvSpPr>
        <p:spPr>
          <a:xfrm>
            <a:off x="5098821" y="3429000"/>
            <a:ext cx="3937024" cy="3139321"/>
          </a:xfrm>
          <a:prstGeom prst="rect">
            <a:avLst/>
          </a:prstGeom>
          <a:noFill/>
        </p:spPr>
        <p:txBody>
          <a:bodyPr wrap="square">
            <a:spAutoFit/>
          </a:bodyPr>
          <a:lstStyle/>
          <a:p>
            <a:r>
              <a:rPr lang="es-CR" dirty="0"/>
              <a:t>BEGIN TRANSACTION;</a:t>
            </a:r>
          </a:p>
          <a:p>
            <a:endParaRPr lang="es-CR" dirty="0"/>
          </a:p>
          <a:p>
            <a:r>
              <a:rPr lang="es-CR" dirty="0"/>
              <a:t>UPDATE cuentas</a:t>
            </a:r>
          </a:p>
          <a:p>
            <a:r>
              <a:rPr lang="es-CR" dirty="0"/>
              <a:t>SET saldo = saldo - 100</a:t>
            </a:r>
          </a:p>
          <a:p>
            <a:r>
              <a:rPr lang="es-CR" dirty="0"/>
              <a:t>WHERE id = 1;</a:t>
            </a:r>
          </a:p>
          <a:p>
            <a:endParaRPr lang="es-CR" dirty="0"/>
          </a:p>
          <a:p>
            <a:r>
              <a:rPr lang="es-CR" dirty="0"/>
              <a:t>UPDATE cuentas</a:t>
            </a:r>
          </a:p>
          <a:p>
            <a:r>
              <a:rPr lang="es-CR" dirty="0"/>
              <a:t>SET saldo = saldo + 100</a:t>
            </a:r>
          </a:p>
          <a:p>
            <a:r>
              <a:rPr lang="es-CR" dirty="0"/>
              <a:t>WHERE id = 2;</a:t>
            </a:r>
          </a:p>
          <a:p>
            <a:endParaRPr lang="es-CR" dirty="0"/>
          </a:p>
          <a:p>
            <a:r>
              <a:rPr lang="es-CR" dirty="0"/>
              <a:t>COMMIT;</a:t>
            </a:r>
          </a:p>
        </p:txBody>
      </p:sp>
    </p:spTree>
    <p:extLst>
      <p:ext uri="{BB962C8B-B14F-4D97-AF65-F5344CB8AC3E}">
        <p14:creationId xmlns:p14="http://schemas.microsoft.com/office/powerpoint/2010/main" val="3806661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408F-B62A-4ED1-B3E3-E65D2E08FF0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232DB07D-B646-34F6-E9BC-8FFAF08836C1}"/>
              </a:ext>
            </a:extLst>
          </p:cNvPr>
          <p:cNvSpPr>
            <a:spLocks noGrp="1"/>
          </p:cNvSpPr>
          <p:nvPr>
            <p:ph type="title"/>
          </p:nvPr>
        </p:nvSpPr>
        <p:spPr>
          <a:xfrm>
            <a:off x="1167492" y="136526"/>
            <a:ext cx="9779183" cy="1570038"/>
          </a:xfrm>
        </p:spPr>
        <p:txBody>
          <a:bodyPr rtlCol="0" anchor="b">
            <a:normAutofit/>
          </a:bodyPr>
          <a:lstStyle>
            <a:defPPr>
              <a:defRPr lang="es-ES"/>
            </a:defPPr>
          </a:lstStyle>
          <a:p>
            <a:pPr rtl="0"/>
            <a:r>
              <a:rPr lang="es-ES" dirty="0"/>
              <a:t>ACID</a:t>
            </a:r>
          </a:p>
        </p:txBody>
      </p:sp>
      <p:sp>
        <p:nvSpPr>
          <p:cNvPr id="3" name="Marcador de contenido 2">
            <a:extLst>
              <a:ext uri="{FF2B5EF4-FFF2-40B4-BE49-F238E27FC236}">
                <a16:creationId xmlns:a16="http://schemas.microsoft.com/office/drawing/2014/main" id="{007F4ECA-C6AE-831B-7164-A40A8D7EA4FC}"/>
              </a:ext>
            </a:extLst>
          </p:cNvPr>
          <p:cNvSpPr>
            <a:spLocks noGrp="1"/>
          </p:cNvSpPr>
          <p:nvPr>
            <p:ph idx="1"/>
          </p:nvPr>
        </p:nvSpPr>
        <p:spPr>
          <a:xfrm>
            <a:off x="1167493" y="2084832"/>
            <a:ext cx="9779182" cy="3366813"/>
          </a:xfrm>
        </p:spPr>
        <p:txBody>
          <a:bodyPr rtlCol="0">
            <a:normAutofit/>
          </a:bodyPr>
          <a:lstStyle>
            <a:defPPr>
              <a:defRPr lang="es-ES"/>
            </a:defPPr>
          </a:lstStyle>
          <a:p>
            <a:pPr marL="285750" indent="-285750">
              <a:buFont typeface="Arial" panose="020B0604020202020204" pitchFamily="34" charset="0"/>
              <a:buChar char="•"/>
            </a:pPr>
            <a:r>
              <a:rPr lang="es-MX"/>
              <a:t>ACID es un conjunto de propiedades que garantizan que las transacciones en bases de datos se procesen de manera confiable. Estas propiedades son fundamentales para asegurar la integridad de los datos y la consistencia del sistema, incluso en situaciones de fallos o errores. ACID es un acrónimo que representa:</a:t>
            </a:r>
            <a:endParaRPr lang="es-ES"/>
          </a:p>
        </p:txBody>
      </p:sp>
    </p:spTree>
    <p:extLst>
      <p:ext uri="{BB962C8B-B14F-4D97-AF65-F5344CB8AC3E}">
        <p14:creationId xmlns:p14="http://schemas.microsoft.com/office/powerpoint/2010/main" val="2439536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7EA29-D1D9-1B60-E8BB-F2D7768F6EF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F29B9EF8-1432-EE5A-17CE-67C73773C67C}"/>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ACID</a:t>
            </a:r>
          </a:p>
        </p:txBody>
      </p:sp>
      <p:sp>
        <p:nvSpPr>
          <p:cNvPr id="3" name="Marcador de contenido 2">
            <a:extLst>
              <a:ext uri="{FF2B5EF4-FFF2-40B4-BE49-F238E27FC236}">
                <a16:creationId xmlns:a16="http://schemas.microsoft.com/office/drawing/2014/main" id="{992AFD97-F690-AB0D-092A-AAEFCC81F739}"/>
              </a:ext>
            </a:extLst>
          </p:cNvPr>
          <p:cNvSpPr>
            <a:spLocks noGrp="1"/>
          </p:cNvSpPr>
          <p:nvPr>
            <p:ph idx="1"/>
          </p:nvPr>
        </p:nvSpPr>
        <p:spPr>
          <a:xfrm>
            <a:off x="1108623" y="2106720"/>
            <a:ext cx="9779182" cy="3006054"/>
          </a:xfrm>
        </p:spPr>
        <p:txBody>
          <a:bodyPr rtlCol="0">
            <a:normAutofit/>
          </a:bodyPr>
          <a:lstStyle>
            <a:defPPr>
              <a:defRPr lang="es-ES"/>
            </a:defPPr>
          </a:lstStyle>
          <a:p>
            <a:r>
              <a:rPr lang="es-MX" sz="2400" b="1" dirty="0"/>
              <a:t>Atomicidad (</a:t>
            </a:r>
            <a:r>
              <a:rPr lang="es-MX" sz="2400" b="1" dirty="0" err="1"/>
              <a:t>Atomicity</a:t>
            </a:r>
            <a:r>
              <a:rPr lang="es-MX" sz="2400" b="1" dirty="0"/>
              <a:t>)</a:t>
            </a:r>
          </a:p>
          <a:p>
            <a:pPr>
              <a:buFont typeface="Arial" panose="020B0604020202020204" pitchFamily="34" charset="0"/>
              <a:buChar char="•"/>
            </a:pPr>
            <a:r>
              <a:rPr lang="es-MX" sz="2400" b="1" dirty="0"/>
              <a:t>Definición</a:t>
            </a:r>
            <a:r>
              <a:rPr lang="es-MX" sz="2400" dirty="0"/>
              <a:t>: La propiedad de </a:t>
            </a:r>
            <a:r>
              <a:rPr lang="es-MX" sz="2400" b="1" dirty="0"/>
              <a:t>atomicidad</a:t>
            </a:r>
            <a:r>
              <a:rPr lang="es-MX" sz="2400" dirty="0"/>
              <a:t> asegura que una transacción en la base de datos se ejecute completamente o no se ejecute en absoluto.</a:t>
            </a:r>
          </a:p>
          <a:p>
            <a:pPr>
              <a:buFont typeface="Arial" panose="020B0604020202020204" pitchFamily="34" charset="0"/>
              <a:buChar char="•"/>
            </a:pPr>
            <a:r>
              <a:rPr lang="es-MX" sz="2400" b="1" dirty="0"/>
              <a:t>Ejemplo</a:t>
            </a:r>
            <a:r>
              <a:rPr lang="es-MX" sz="2400" dirty="0"/>
              <a:t>: Si estás transfiriendo dinero entre dos cuentas bancarias y una de las operaciones falla (por ejemplo, retirar dinero pero no agregarlo a la otra cuenta), la transacción se revierte completamente.</a:t>
            </a:r>
          </a:p>
        </p:txBody>
      </p:sp>
    </p:spTree>
    <p:extLst>
      <p:ext uri="{BB962C8B-B14F-4D97-AF65-F5344CB8AC3E}">
        <p14:creationId xmlns:p14="http://schemas.microsoft.com/office/powerpoint/2010/main" val="1346796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4F63-9B68-043B-D678-99E6637C9DB8}"/>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BDBCF2F9-F5C3-AE51-D533-852BCD7132E3}"/>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ACID</a:t>
            </a:r>
          </a:p>
        </p:txBody>
      </p:sp>
      <p:sp>
        <p:nvSpPr>
          <p:cNvPr id="3" name="Marcador de contenido 2">
            <a:extLst>
              <a:ext uri="{FF2B5EF4-FFF2-40B4-BE49-F238E27FC236}">
                <a16:creationId xmlns:a16="http://schemas.microsoft.com/office/drawing/2014/main" id="{6843A33E-0B75-5D90-0503-119ACCDB443C}"/>
              </a:ext>
            </a:extLst>
          </p:cNvPr>
          <p:cNvSpPr>
            <a:spLocks noGrp="1"/>
          </p:cNvSpPr>
          <p:nvPr>
            <p:ph idx="1"/>
          </p:nvPr>
        </p:nvSpPr>
        <p:spPr>
          <a:xfrm>
            <a:off x="1108623" y="2106720"/>
            <a:ext cx="9779182" cy="3006054"/>
          </a:xfrm>
        </p:spPr>
        <p:txBody>
          <a:bodyPr rtlCol="0">
            <a:normAutofit/>
          </a:bodyPr>
          <a:lstStyle>
            <a:defPPr>
              <a:defRPr lang="es-ES"/>
            </a:defPPr>
          </a:lstStyle>
          <a:p>
            <a:r>
              <a:rPr lang="es-MX" sz="2400" b="1" dirty="0"/>
              <a:t>Consistencia (</a:t>
            </a:r>
            <a:r>
              <a:rPr lang="es-MX" sz="2400" b="1" dirty="0" err="1"/>
              <a:t>Consistency</a:t>
            </a:r>
            <a:r>
              <a:rPr lang="es-MX" sz="2400" b="1" dirty="0"/>
              <a:t>)</a:t>
            </a:r>
          </a:p>
          <a:p>
            <a:pPr>
              <a:buFont typeface="Arial" panose="020B0604020202020204" pitchFamily="34" charset="0"/>
              <a:buChar char="•"/>
            </a:pPr>
            <a:r>
              <a:rPr lang="es-MX" sz="2400" b="1" dirty="0"/>
              <a:t>Definición</a:t>
            </a:r>
            <a:r>
              <a:rPr lang="es-MX" sz="2400" dirty="0"/>
              <a:t>: La propiedad de </a:t>
            </a:r>
            <a:r>
              <a:rPr lang="es-MX" sz="2400" b="1" dirty="0"/>
              <a:t>consistencia</a:t>
            </a:r>
            <a:r>
              <a:rPr lang="es-MX" sz="2400" dirty="0"/>
              <a:t> garantiza que una transacción lleve a la base de datos de un estado válido a otro estado válido.</a:t>
            </a:r>
          </a:p>
          <a:p>
            <a:pPr>
              <a:buFont typeface="Arial" panose="020B0604020202020204" pitchFamily="34" charset="0"/>
              <a:buChar char="•"/>
            </a:pPr>
            <a:r>
              <a:rPr lang="es-MX" sz="2400" b="1" dirty="0"/>
              <a:t>Ejemplo</a:t>
            </a:r>
            <a:r>
              <a:rPr lang="es-MX" sz="2400" dirty="0"/>
              <a:t>: Si una base de datos tiene una regla que dice que no puede haber saldos negativos en las cuentas, una transacción debe asegurarse de que no se violen estas reglas, incluso si se realizan varias operaciones.</a:t>
            </a:r>
          </a:p>
        </p:txBody>
      </p:sp>
    </p:spTree>
    <p:extLst>
      <p:ext uri="{BB962C8B-B14F-4D97-AF65-F5344CB8AC3E}">
        <p14:creationId xmlns:p14="http://schemas.microsoft.com/office/powerpoint/2010/main" val="130957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BB113-869D-6ADE-7CA4-0CA2B7CDB80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4294775D-1A38-191A-C680-2A0DD6FC3D02}"/>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ACID</a:t>
            </a:r>
          </a:p>
        </p:txBody>
      </p:sp>
      <p:sp>
        <p:nvSpPr>
          <p:cNvPr id="3" name="Marcador de contenido 2">
            <a:extLst>
              <a:ext uri="{FF2B5EF4-FFF2-40B4-BE49-F238E27FC236}">
                <a16:creationId xmlns:a16="http://schemas.microsoft.com/office/drawing/2014/main" id="{F9AFCF9B-5237-1F8D-1C5E-38DF80A170F6}"/>
              </a:ext>
            </a:extLst>
          </p:cNvPr>
          <p:cNvSpPr>
            <a:spLocks noGrp="1"/>
          </p:cNvSpPr>
          <p:nvPr>
            <p:ph idx="1"/>
          </p:nvPr>
        </p:nvSpPr>
        <p:spPr>
          <a:xfrm>
            <a:off x="1108623" y="2106720"/>
            <a:ext cx="9779182" cy="3006054"/>
          </a:xfrm>
        </p:spPr>
        <p:txBody>
          <a:bodyPr rtlCol="0">
            <a:normAutofit/>
          </a:bodyPr>
          <a:lstStyle>
            <a:defPPr>
              <a:defRPr lang="es-ES"/>
            </a:defPPr>
          </a:lstStyle>
          <a:p>
            <a:r>
              <a:rPr lang="es-MX" sz="2400" b="1" dirty="0"/>
              <a:t>Aislamiento (</a:t>
            </a:r>
            <a:r>
              <a:rPr lang="es-MX" sz="2400" b="1" dirty="0" err="1"/>
              <a:t>Isolation</a:t>
            </a:r>
            <a:r>
              <a:rPr lang="es-MX" sz="2400" b="1" dirty="0"/>
              <a:t>)</a:t>
            </a:r>
          </a:p>
          <a:p>
            <a:pPr>
              <a:buFont typeface="Arial" panose="020B0604020202020204" pitchFamily="34" charset="0"/>
              <a:buChar char="•"/>
            </a:pPr>
            <a:r>
              <a:rPr lang="es-MX" sz="2400" b="1" dirty="0"/>
              <a:t>Definición</a:t>
            </a:r>
            <a:r>
              <a:rPr lang="es-MX" sz="2400" dirty="0"/>
              <a:t>: La propiedad de </a:t>
            </a:r>
            <a:r>
              <a:rPr lang="es-MX" sz="2400" b="1" dirty="0"/>
              <a:t>aislamiento</a:t>
            </a:r>
            <a:r>
              <a:rPr lang="es-MX" sz="2400" dirty="0"/>
              <a:t> asegura que las transacciones concurrentes no se interfieran entre sí, garantizando que el resultado de una transacción sea independiente de otras que se estén ejecutando al mismo tiempo.</a:t>
            </a:r>
          </a:p>
          <a:p>
            <a:pPr>
              <a:buFont typeface="Arial" panose="020B0604020202020204" pitchFamily="34" charset="0"/>
              <a:buChar char="•"/>
            </a:pPr>
            <a:r>
              <a:rPr lang="es-MX" sz="2400" b="1" dirty="0"/>
              <a:t>Ejemplo</a:t>
            </a:r>
            <a:r>
              <a:rPr lang="es-MX" sz="2400" dirty="0"/>
              <a:t>: Si dos usuarios intentan actualizar el saldo de una cuenta bancaria al mismo tiempo, el sistema debe garantizar que no se produzcan conflictos o resultados incorrectos.</a:t>
            </a:r>
          </a:p>
        </p:txBody>
      </p:sp>
    </p:spTree>
    <p:extLst>
      <p:ext uri="{BB962C8B-B14F-4D97-AF65-F5344CB8AC3E}">
        <p14:creationId xmlns:p14="http://schemas.microsoft.com/office/powerpoint/2010/main" val="2721520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9844A-4D9F-DC29-BF78-CF7CF5C1CE52}"/>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E065BF6C-065B-6323-88F4-F12E5EA1B59D}"/>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ACID</a:t>
            </a:r>
          </a:p>
        </p:txBody>
      </p:sp>
      <p:sp>
        <p:nvSpPr>
          <p:cNvPr id="3" name="Marcador de contenido 2">
            <a:extLst>
              <a:ext uri="{FF2B5EF4-FFF2-40B4-BE49-F238E27FC236}">
                <a16:creationId xmlns:a16="http://schemas.microsoft.com/office/drawing/2014/main" id="{CBAC9461-1A47-8903-3955-00AC563CCCFE}"/>
              </a:ext>
            </a:extLst>
          </p:cNvPr>
          <p:cNvSpPr>
            <a:spLocks noGrp="1"/>
          </p:cNvSpPr>
          <p:nvPr>
            <p:ph idx="1"/>
          </p:nvPr>
        </p:nvSpPr>
        <p:spPr>
          <a:xfrm>
            <a:off x="1108623" y="2106720"/>
            <a:ext cx="9779182" cy="3006054"/>
          </a:xfrm>
        </p:spPr>
        <p:txBody>
          <a:bodyPr rtlCol="0">
            <a:normAutofit/>
          </a:bodyPr>
          <a:lstStyle>
            <a:defPPr>
              <a:defRPr lang="es-ES"/>
            </a:defPPr>
          </a:lstStyle>
          <a:p>
            <a:r>
              <a:rPr lang="es-MX" sz="2400" b="1" dirty="0"/>
              <a:t>Durabilidad (</a:t>
            </a:r>
            <a:r>
              <a:rPr lang="es-MX" sz="2400" b="1" dirty="0" err="1"/>
              <a:t>Durability</a:t>
            </a:r>
            <a:r>
              <a:rPr lang="es-MX" sz="2400" b="1" dirty="0"/>
              <a:t>)</a:t>
            </a:r>
          </a:p>
          <a:p>
            <a:pPr>
              <a:buFont typeface="Arial" panose="020B0604020202020204" pitchFamily="34" charset="0"/>
              <a:buChar char="•"/>
            </a:pPr>
            <a:r>
              <a:rPr lang="es-MX" sz="2400" b="1" dirty="0"/>
              <a:t>Definición</a:t>
            </a:r>
            <a:r>
              <a:rPr lang="es-MX" sz="2400" dirty="0"/>
              <a:t>: La propiedad de </a:t>
            </a:r>
            <a:r>
              <a:rPr lang="es-MX" sz="2400" b="1" dirty="0"/>
              <a:t>durabilidad</a:t>
            </a:r>
            <a:r>
              <a:rPr lang="es-MX" sz="2400" dirty="0"/>
              <a:t> asegura que una vez que una transacción ha sido confirmada (</a:t>
            </a:r>
            <a:r>
              <a:rPr lang="es-MX" sz="2400" dirty="0" err="1"/>
              <a:t>committed</a:t>
            </a:r>
            <a:r>
              <a:rPr lang="es-MX" sz="2400" dirty="0"/>
              <a:t>), sus cambios son permanentes y persistentes, incluso en caso de fallos del sistema.</a:t>
            </a:r>
          </a:p>
          <a:p>
            <a:pPr>
              <a:buFont typeface="Arial" panose="020B0604020202020204" pitchFamily="34" charset="0"/>
              <a:buChar char="•"/>
            </a:pPr>
            <a:r>
              <a:rPr lang="es-MX" sz="2400" b="1" dirty="0"/>
              <a:t>Ejemplo</a:t>
            </a:r>
            <a:r>
              <a:rPr lang="es-MX" sz="2400" dirty="0"/>
              <a:t>: Si después de una transferencia bancaria el sistema se apaga, el cambio en los saldos de las cuentas debe mantenerse y no debe perderse.</a:t>
            </a:r>
          </a:p>
        </p:txBody>
      </p:sp>
    </p:spTree>
    <p:extLst>
      <p:ext uri="{BB962C8B-B14F-4D97-AF65-F5344CB8AC3E}">
        <p14:creationId xmlns:p14="http://schemas.microsoft.com/office/powerpoint/2010/main" val="795065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9CD33-3460-24D3-1167-3D837CC77853}"/>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33A6B70D-9BD6-C606-A073-9BAC8C86B71F}"/>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err="1"/>
              <a:t>CTEs</a:t>
            </a:r>
            <a:endParaRPr lang="es-ES" dirty="0"/>
          </a:p>
        </p:txBody>
      </p:sp>
      <p:sp>
        <p:nvSpPr>
          <p:cNvPr id="3" name="Marcador de contenido 2">
            <a:extLst>
              <a:ext uri="{FF2B5EF4-FFF2-40B4-BE49-F238E27FC236}">
                <a16:creationId xmlns:a16="http://schemas.microsoft.com/office/drawing/2014/main" id="{775E586D-F5F5-5CD8-D125-DA190981A5AB}"/>
              </a:ext>
            </a:extLst>
          </p:cNvPr>
          <p:cNvSpPr>
            <a:spLocks noGrp="1"/>
          </p:cNvSpPr>
          <p:nvPr>
            <p:ph idx="1"/>
          </p:nvPr>
        </p:nvSpPr>
        <p:spPr>
          <a:xfrm>
            <a:off x="1108623" y="2106720"/>
            <a:ext cx="9779182" cy="3006054"/>
          </a:xfrm>
        </p:spPr>
        <p:txBody>
          <a:bodyPr rtlCol="0">
            <a:normAutofit/>
          </a:bodyPr>
          <a:lstStyle>
            <a:defPPr>
              <a:defRPr lang="es-ES"/>
            </a:defPPr>
          </a:lstStyle>
          <a:p>
            <a:r>
              <a:rPr lang="es-MX" sz="2400" dirty="0"/>
              <a:t>Una CTE (</a:t>
            </a:r>
            <a:r>
              <a:rPr lang="es-MX" sz="2400" dirty="0" err="1"/>
              <a:t>Common</a:t>
            </a:r>
            <a:r>
              <a:rPr lang="es-MX" sz="2400" dirty="0"/>
              <a:t> Table </a:t>
            </a:r>
            <a:r>
              <a:rPr lang="es-MX" sz="2400" dirty="0" err="1"/>
              <a:t>Expression</a:t>
            </a:r>
            <a:r>
              <a:rPr lang="es-MX" sz="2400" dirty="0"/>
              <a:t>) en SQL es un conjunto de resultados temporal con nombre, definido mediante la cláusula WITH, que simplifica consultas complejas, mejora la legibilidad y permite la recursividad. Actúa como una vista temporal válida solo para la ejecución de una única sentencia SELECT, INSERT, UPDATE o DELETE.</a:t>
            </a:r>
          </a:p>
        </p:txBody>
      </p:sp>
    </p:spTree>
    <p:extLst>
      <p:ext uri="{BB962C8B-B14F-4D97-AF65-F5344CB8AC3E}">
        <p14:creationId xmlns:p14="http://schemas.microsoft.com/office/powerpoint/2010/main" val="2170166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CCE3-0567-709D-BBD3-F884164DEA7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4EAD71C-8056-21A4-C016-E25C9160BA18}"/>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err="1"/>
              <a:t>CTEs</a:t>
            </a:r>
            <a:endParaRPr lang="es-ES" dirty="0"/>
          </a:p>
        </p:txBody>
      </p:sp>
      <p:pic>
        <p:nvPicPr>
          <p:cNvPr id="4" name="Imagen 3" descr="Interfaz de usuario gráfica, Texto, Aplicación&#10;&#10;El contenido generado por IA puede ser incorrecto.">
            <a:extLst>
              <a:ext uri="{FF2B5EF4-FFF2-40B4-BE49-F238E27FC236}">
                <a16:creationId xmlns:a16="http://schemas.microsoft.com/office/drawing/2014/main" id="{25C6827C-2636-160F-7A8C-BAFE719301A9}"/>
              </a:ext>
            </a:extLst>
          </p:cNvPr>
          <p:cNvPicPr>
            <a:picLocks noChangeAspect="1"/>
          </p:cNvPicPr>
          <p:nvPr/>
        </p:nvPicPr>
        <p:blipFill>
          <a:blip r:embed="rId3"/>
          <a:stretch>
            <a:fillRect/>
          </a:stretch>
        </p:blipFill>
        <p:spPr>
          <a:xfrm>
            <a:off x="2723103" y="1980672"/>
            <a:ext cx="6396209" cy="3793102"/>
          </a:xfrm>
          <a:prstGeom prst="rect">
            <a:avLst/>
          </a:prstGeom>
        </p:spPr>
      </p:pic>
    </p:spTree>
    <p:extLst>
      <p:ext uri="{BB962C8B-B14F-4D97-AF65-F5344CB8AC3E}">
        <p14:creationId xmlns:p14="http://schemas.microsoft.com/office/powerpoint/2010/main" val="2198051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BC80-BD4E-9682-927A-0D73700B7295}"/>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F46F2D6-9DDD-286E-2A33-40BA75A6B2CB}"/>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err="1"/>
              <a:t>CTEs</a:t>
            </a:r>
            <a:endParaRPr lang="es-ES" dirty="0"/>
          </a:p>
        </p:txBody>
      </p:sp>
      <p:sp>
        <p:nvSpPr>
          <p:cNvPr id="3" name="Marcador de contenido 2">
            <a:extLst>
              <a:ext uri="{FF2B5EF4-FFF2-40B4-BE49-F238E27FC236}">
                <a16:creationId xmlns:a16="http://schemas.microsoft.com/office/drawing/2014/main" id="{AF276C7C-C278-C014-7623-05586AC551AB}"/>
              </a:ext>
            </a:extLst>
          </p:cNvPr>
          <p:cNvSpPr>
            <a:spLocks noGrp="1"/>
          </p:cNvSpPr>
          <p:nvPr>
            <p:ph idx="1"/>
          </p:nvPr>
        </p:nvSpPr>
        <p:spPr>
          <a:xfrm>
            <a:off x="1108623" y="2106720"/>
            <a:ext cx="9779182" cy="3006054"/>
          </a:xfrm>
        </p:spPr>
        <p:txBody>
          <a:bodyPr rtlCol="0">
            <a:normAutofit/>
          </a:bodyPr>
          <a:lstStyle>
            <a:defPPr>
              <a:defRPr lang="es-ES"/>
            </a:defPPr>
          </a:lstStyle>
          <a:p>
            <a:r>
              <a:rPr lang="es-MX" sz="2400" dirty="0"/>
              <a:t>Ventajas</a:t>
            </a:r>
          </a:p>
          <a:p>
            <a:pPr marL="342900" indent="-342900">
              <a:buFont typeface="Arial" panose="020B0604020202020204" pitchFamily="34" charset="0"/>
              <a:buChar char="•"/>
            </a:pPr>
            <a:r>
              <a:rPr lang="es-MX" sz="2400" dirty="0"/>
              <a:t>Consultas mas legibles</a:t>
            </a:r>
          </a:p>
          <a:p>
            <a:pPr marL="342900" indent="-342900">
              <a:buFont typeface="Arial" panose="020B0604020202020204" pitchFamily="34" charset="0"/>
              <a:buChar char="•"/>
            </a:pPr>
            <a:r>
              <a:rPr lang="es-MX" sz="2400" dirty="0"/>
              <a:t>Reutilización lógica</a:t>
            </a:r>
          </a:p>
          <a:p>
            <a:pPr marL="342900" indent="-342900">
              <a:buFont typeface="Arial" panose="020B0604020202020204" pitchFamily="34" charset="0"/>
              <a:buChar char="•"/>
            </a:pPr>
            <a:r>
              <a:rPr lang="es-MX" sz="2400" dirty="0"/>
              <a:t>Consultas complejas</a:t>
            </a:r>
          </a:p>
          <a:p>
            <a:pPr marL="342900" indent="-342900">
              <a:buFont typeface="Arial" panose="020B0604020202020204" pitchFamily="34" charset="0"/>
              <a:buChar char="•"/>
            </a:pPr>
            <a:r>
              <a:rPr lang="es-MX" sz="2400" dirty="0"/>
              <a:t>Optimización de consultas</a:t>
            </a:r>
          </a:p>
        </p:txBody>
      </p:sp>
    </p:spTree>
    <p:extLst>
      <p:ext uri="{BB962C8B-B14F-4D97-AF65-F5344CB8AC3E}">
        <p14:creationId xmlns:p14="http://schemas.microsoft.com/office/powerpoint/2010/main" val="2610674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B15B-379B-9004-8161-52156A534D33}"/>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A33F57F-E28E-BDE5-7295-009194F583FD}"/>
              </a:ext>
            </a:extLst>
          </p:cNvPr>
          <p:cNvSpPr>
            <a:spLocks noGrp="1"/>
          </p:cNvSpPr>
          <p:nvPr>
            <p:ph type="title"/>
          </p:nvPr>
        </p:nvSpPr>
        <p:spPr>
          <a:xfrm>
            <a:off x="3861655" y="117987"/>
            <a:ext cx="3522371" cy="877688"/>
          </a:xfrm>
        </p:spPr>
        <p:txBody>
          <a:bodyPr rtlCol="0" anchor="b">
            <a:normAutofit/>
          </a:bodyPr>
          <a:lstStyle>
            <a:defPPr>
              <a:defRPr lang="es-ES"/>
            </a:defPPr>
          </a:lstStyle>
          <a:p>
            <a:pPr rtl="0"/>
            <a:r>
              <a:rPr lang="es-ES" dirty="0"/>
              <a:t>Laboratorio</a:t>
            </a:r>
          </a:p>
        </p:txBody>
      </p:sp>
      <p:sp>
        <p:nvSpPr>
          <p:cNvPr id="3" name="Marcador de contenido 2">
            <a:extLst>
              <a:ext uri="{FF2B5EF4-FFF2-40B4-BE49-F238E27FC236}">
                <a16:creationId xmlns:a16="http://schemas.microsoft.com/office/drawing/2014/main" id="{E1168A5B-68CC-F7A6-2D3C-85B22F71A263}"/>
              </a:ext>
            </a:extLst>
          </p:cNvPr>
          <p:cNvSpPr>
            <a:spLocks noGrp="1"/>
          </p:cNvSpPr>
          <p:nvPr>
            <p:ph idx="1"/>
          </p:nvPr>
        </p:nvSpPr>
        <p:spPr>
          <a:xfrm>
            <a:off x="857414" y="1605275"/>
            <a:ext cx="9779182" cy="4112028"/>
          </a:xfrm>
        </p:spPr>
        <p:txBody>
          <a:bodyPr rtlCol="0">
            <a:normAutofit fontScale="62500" lnSpcReduction="20000"/>
          </a:bodyPr>
          <a:lstStyle>
            <a:defPPr>
              <a:defRPr lang="es-ES"/>
            </a:defPPr>
          </a:lstStyle>
          <a:p>
            <a:r>
              <a:rPr lang="en-US" b="1" dirty="0"/>
              <a:t>Laboratorio SQL – JOINs y CTEs</a:t>
            </a:r>
            <a:endParaRPr lang="es-CR" b="1" dirty="0"/>
          </a:p>
          <a:p>
            <a:r>
              <a:rPr lang="es-CR" noProof="0" dirty="0"/>
              <a:t>Objetivo</a:t>
            </a:r>
            <a:r>
              <a:rPr lang="en-US" dirty="0"/>
              <a:t>: </a:t>
            </a:r>
            <a:r>
              <a:rPr lang="en-US" dirty="0" err="1"/>
              <a:t>practicar</a:t>
            </a:r>
            <a:r>
              <a:rPr lang="en-US" dirty="0"/>
              <a:t> JOINs y Common Table Expressions (CTEs).</a:t>
            </a:r>
            <a:endParaRPr lang="es-CR" dirty="0"/>
          </a:p>
          <a:p>
            <a:r>
              <a:rPr lang="es-CR" b="1" dirty="0"/>
              <a:t>Ejercicio 1</a:t>
            </a:r>
          </a:p>
          <a:p>
            <a:r>
              <a:rPr lang="es-CR" dirty="0"/>
              <a:t>Mostrar el nombre del cliente, el ID del pedido y el monto total utilizando INNER JOIN.</a:t>
            </a:r>
          </a:p>
          <a:p>
            <a:r>
              <a:rPr lang="es-CR" b="1" dirty="0"/>
              <a:t>Ejercicio 2</a:t>
            </a:r>
          </a:p>
          <a:p>
            <a:r>
              <a:rPr lang="es-CR" dirty="0"/>
              <a:t>Mostrar todos los clientes, aunque no tengan pedidos utilizando LEFT JOIN.</a:t>
            </a:r>
          </a:p>
          <a:p>
            <a:r>
              <a:rPr lang="es-CR" b="1" dirty="0"/>
              <a:t>Ejercicio 3</a:t>
            </a:r>
          </a:p>
          <a:p>
            <a:r>
              <a:rPr lang="es-CR" dirty="0"/>
              <a:t>Mostrar todos los pedidos, incluso si el cliente no aparece utilizando RIGHT.</a:t>
            </a:r>
          </a:p>
          <a:p>
            <a:r>
              <a:rPr lang="es-CR" b="1" dirty="0"/>
              <a:t>Ejercicio 4</a:t>
            </a:r>
          </a:p>
          <a:p>
            <a:r>
              <a:rPr lang="es-CR" dirty="0"/>
              <a:t>Mostrar el nombre del cliente, el nombre del producto, la cantidad vendida y el precio unitario vendido.</a:t>
            </a:r>
          </a:p>
          <a:p>
            <a:r>
              <a:rPr lang="es-CR" b="1" dirty="0"/>
              <a:t>Ejercicio 5</a:t>
            </a:r>
          </a:p>
          <a:p>
            <a:r>
              <a:rPr lang="es-CR" dirty="0"/>
              <a:t>Calcule el total gastado por </a:t>
            </a:r>
            <a:r>
              <a:rPr lang="es-CR"/>
              <a:t>cliente utilizando CTE.</a:t>
            </a:r>
            <a:endParaRPr lang="es-CR" dirty="0"/>
          </a:p>
          <a:p>
            <a:pPr marL="800100" lvl="1" indent="-342900">
              <a:buFont typeface="Arial" panose="020B0604020202020204" pitchFamily="34" charset="0"/>
              <a:buChar char="•"/>
            </a:pPr>
            <a:endParaRPr lang="es-MX" sz="2200" b="1" dirty="0"/>
          </a:p>
          <a:p>
            <a:pPr lvl="1"/>
            <a:endParaRPr lang="es-MX" sz="1800" dirty="0"/>
          </a:p>
          <a:p>
            <a:pPr marL="800100" lvl="1" indent="-342900">
              <a:buFont typeface="Arial" panose="020B0604020202020204" pitchFamily="34" charset="0"/>
              <a:buChar char="•"/>
            </a:pPr>
            <a:endParaRPr lang="es-MX" sz="2200" b="1" dirty="0"/>
          </a:p>
        </p:txBody>
      </p:sp>
    </p:spTree>
    <p:extLst>
      <p:ext uri="{BB962C8B-B14F-4D97-AF65-F5344CB8AC3E}">
        <p14:creationId xmlns:p14="http://schemas.microsoft.com/office/powerpoint/2010/main" val="2385667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2070-999C-55AB-7FD4-AE927ED5DD29}"/>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1344E767-4E17-B681-971E-14DE3233D7B7}"/>
              </a:ext>
            </a:extLst>
          </p:cNvPr>
          <p:cNvSpPr>
            <a:spLocks noGrp="1"/>
          </p:cNvSpPr>
          <p:nvPr>
            <p:ph type="title"/>
          </p:nvPr>
        </p:nvSpPr>
        <p:spPr>
          <a:xfrm>
            <a:off x="3861655" y="117987"/>
            <a:ext cx="3522371" cy="877688"/>
          </a:xfrm>
        </p:spPr>
        <p:txBody>
          <a:bodyPr rtlCol="0" anchor="b">
            <a:normAutofit/>
          </a:bodyPr>
          <a:lstStyle>
            <a:defPPr>
              <a:defRPr lang="es-ES"/>
            </a:defPPr>
          </a:lstStyle>
          <a:p>
            <a:pPr rtl="0"/>
            <a:r>
              <a:rPr lang="es-ES" dirty="0"/>
              <a:t>Laboratorio</a:t>
            </a:r>
          </a:p>
        </p:txBody>
      </p:sp>
      <p:sp>
        <p:nvSpPr>
          <p:cNvPr id="3" name="Marcador de contenido 2">
            <a:extLst>
              <a:ext uri="{FF2B5EF4-FFF2-40B4-BE49-F238E27FC236}">
                <a16:creationId xmlns:a16="http://schemas.microsoft.com/office/drawing/2014/main" id="{12478507-E35B-8871-76A9-715BE073019E}"/>
              </a:ext>
            </a:extLst>
          </p:cNvPr>
          <p:cNvSpPr>
            <a:spLocks noGrp="1"/>
          </p:cNvSpPr>
          <p:nvPr>
            <p:ph idx="1"/>
          </p:nvPr>
        </p:nvSpPr>
        <p:spPr>
          <a:xfrm>
            <a:off x="857414" y="1605275"/>
            <a:ext cx="9779182" cy="4112028"/>
          </a:xfrm>
        </p:spPr>
        <p:txBody>
          <a:bodyPr rtlCol="0">
            <a:normAutofit fontScale="55000" lnSpcReduction="20000"/>
          </a:bodyPr>
          <a:lstStyle>
            <a:defPPr>
              <a:defRPr lang="es-ES"/>
            </a:defPPr>
          </a:lstStyle>
          <a:p>
            <a:r>
              <a:rPr lang="en-US" b="1" dirty="0"/>
              <a:t>Laboratorio SQL – JOINs y CTEs</a:t>
            </a:r>
            <a:endParaRPr lang="es-CR" b="1" dirty="0"/>
          </a:p>
          <a:p>
            <a:r>
              <a:rPr lang="es-CR" noProof="0" dirty="0"/>
              <a:t>Objetivo</a:t>
            </a:r>
            <a:r>
              <a:rPr lang="en-US" dirty="0"/>
              <a:t>: </a:t>
            </a:r>
            <a:r>
              <a:rPr lang="en-US" dirty="0" err="1"/>
              <a:t>practicar</a:t>
            </a:r>
            <a:r>
              <a:rPr lang="en-US" dirty="0"/>
              <a:t> JOINs y Common Table Expressions (CTEs).</a:t>
            </a:r>
            <a:endParaRPr lang="es-CR" dirty="0"/>
          </a:p>
          <a:p>
            <a:r>
              <a:rPr lang="es-CR" b="1" dirty="0"/>
              <a:t>Ejercicio 6</a:t>
            </a:r>
          </a:p>
          <a:p>
            <a:r>
              <a:rPr lang="es-CR" dirty="0"/>
              <a:t>Mostrar el nombre del cliente y la fecha del pedido.</a:t>
            </a:r>
          </a:p>
          <a:p>
            <a:r>
              <a:rPr lang="es-CR" b="1" dirty="0"/>
              <a:t>Ejercicio 7</a:t>
            </a:r>
          </a:p>
          <a:p>
            <a:r>
              <a:rPr lang="es-CR" dirty="0"/>
              <a:t>Mostrar todos los productos y cantidad vendida en pedidos, aunque el producto no se haya vendido.</a:t>
            </a:r>
          </a:p>
          <a:p>
            <a:r>
              <a:rPr lang="es-CR" b="1" dirty="0"/>
              <a:t>Ejercicio 8</a:t>
            </a:r>
          </a:p>
          <a:p>
            <a:r>
              <a:rPr lang="es-CR" dirty="0"/>
              <a:t>Mostrar los productos y el id del pedido, aunque no hayan pedidos con esos productos.</a:t>
            </a:r>
          </a:p>
          <a:p>
            <a:r>
              <a:rPr lang="es-CR" b="1" dirty="0"/>
              <a:t>Ejercicio 9</a:t>
            </a:r>
          </a:p>
          <a:p>
            <a:r>
              <a:rPr lang="es-CR" dirty="0"/>
              <a:t>Mostrar los datos del cliente, los productos comprados, y la fecha del pedido.</a:t>
            </a:r>
          </a:p>
          <a:p>
            <a:r>
              <a:rPr lang="es-CR" b="1" dirty="0"/>
              <a:t>Ejercicio 10</a:t>
            </a:r>
          </a:p>
          <a:p>
            <a:r>
              <a:rPr lang="es-CR" dirty="0"/>
              <a:t>Utilizando CTE calcule el total vendido por producto, mostrando el nombre del producto y el total vendido.</a:t>
            </a:r>
          </a:p>
          <a:p>
            <a:r>
              <a:rPr lang="es-CR" dirty="0"/>
              <a:t>¿Adicional, si no se utiliza un CTE como resolverían el problema?</a:t>
            </a:r>
          </a:p>
          <a:p>
            <a:pPr marL="800100" lvl="1" indent="-342900">
              <a:buFont typeface="Arial" panose="020B0604020202020204" pitchFamily="34" charset="0"/>
              <a:buChar char="•"/>
            </a:pPr>
            <a:endParaRPr lang="es-MX" sz="2200" b="1" dirty="0"/>
          </a:p>
          <a:p>
            <a:pPr lvl="1"/>
            <a:endParaRPr lang="es-MX" sz="1800" dirty="0"/>
          </a:p>
          <a:p>
            <a:pPr marL="800100" lvl="1" indent="-342900">
              <a:buFont typeface="Arial" panose="020B0604020202020204" pitchFamily="34" charset="0"/>
              <a:buChar char="•"/>
            </a:pPr>
            <a:endParaRPr lang="es-MX" sz="2200" b="1" dirty="0"/>
          </a:p>
        </p:txBody>
      </p:sp>
    </p:spTree>
    <p:extLst>
      <p:ext uri="{BB962C8B-B14F-4D97-AF65-F5344CB8AC3E}">
        <p14:creationId xmlns:p14="http://schemas.microsoft.com/office/powerpoint/2010/main" val="2657057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rtlCol="0"/>
          <a:lstStyle>
            <a:defPPr>
              <a:defRPr lang="es-ES"/>
            </a:defPPr>
          </a:lstStyle>
          <a:p>
            <a:pPr rtl="0"/>
            <a:r>
              <a:rPr lang="es-ES" dirty="0"/>
              <a:t>¡Muchas Gracias!</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Personalizar">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420_TF45331398_Win32" id="{C0135C28-68A3-40E4-BC16-4AD80F3EE0C9}" vid="{17F0BC35-05E6-4450-B170-6A0CA2A0F36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Presentación universal</Template>
  <TotalTime>330</TotalTime>
  <Words>1202</Words>
  <Application>Microsoft Office PowerPoint</Application>
  <PresentationFormat>Panorámica</PresentationFormat>
  <Paragraphs>183</Paragraphs>
  <Slides>26</Slides>
  <Notes>26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Tenorite</vt:lpstr>
      <vt:lpstr>Personalizar</vt:lpstr>
      <vt:lpstr>IF-5100 Administración de bases de datos</vt:lpstr>
      <vt:lpstr>Agenda</vt:lpstr>
      <vt:lpstr>Administración de bases de datos</vt:lpstr>
      <vt:lpstr>Problemas sin administración de datos</vt:lpstr>
      <vt:lpstr>Ciclo de vida de los datos</vt:lpstr>
      <vt:lpstr>Responsables de los datos</vt:lpstr>
      <vt:lpstr>Gobierno de datos</vt:lpstr>
      <vt:lpstr>El DBA y sus responsabilidades </vt:lpstr>
      <vt:lpstr>Responsabilidades Clave de un DBA</vt:lpstr>
      <vt:lpstr>Actividades diarias de un DBA</vt:lpstr>
      <vt:lpstr>SABD mas usados</vt:lpstr>
      <vt:lpstr>Herramientas de administración</vt:lpstr>
      <vt:lpstr>Herramientas de monitoreo</vt:lpstr>
      <vt:lpstr>Repaso técnico</vt:lpstr>
      <vt:lpstr>Repaso técnico</vt:lpstr>
      <vt:lpstr>ACID</vt:lpstr>
      <vt:lpstr>ACID</vt:lpstr>
      <vt:lpstr>ACID</vt:lpstr>
      <vt:lpstr>ACID</vt:lpstr>
      <vt:lpstr>ACID</vt:lpstr>
      <vt:lpstr>CTEs</vt:lpstr>
      <vt:lpstr>CTEs</vt:lpstr>
      <vt:lpstr>CTEs</vt:lpstr>
      <vt:lpstr>Laboratorio</vt:lpstr>
      <vt:lpstr>Laboratorio</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QUESADA CASTILLO RANDALL JOSUE</dc:creator>
  <cp:lastModifiedBy>QUESADA CASTILLO RANDALL JOSUE</cp:lastModifiedBy>
  <cp:revision>1</cp:revision>
  <dcterms:created xsi:type="dcterms:W3CDTF">2026-03-09T18:31:26Z</dcterms:created>
  <dcterms:modified xsi:type="dcterms:W3CDTF">2026-03-13T18:07:00Z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