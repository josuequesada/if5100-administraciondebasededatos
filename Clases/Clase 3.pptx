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8"/>
  </p:notesMasterIdLst>
  <p:handoutMasterIdLst>
    <p:handoutMasterId r:id="rId49"/>
  </p:handoutMasterIdLst>
  <p:sldIdLst>
    <p:sldId id="256" r:id="rId5"/>
    <p:sldId id="257" r:id="rId6"/>
    <p:sldId id="290" r:id="rId7"/>
    <p:sldId id="356" r:id="rId8"/>
    <p:sldId id="357" r:id="rId9"/>
    <p:sldId id="358" r:id="rId10"/>
    <p:sldId id="359" r:id="rId11"/>
    <p:sldId id="360" r:id="rId12"/>
    <p:sldId id="361" r:id="rId13"/>
    <p:sldId id="355" r:id="rId14"/>
    <p:sldId id="304" r:id="rId15"/>
    <p:sldId id="328" r:id="rId16"/>
    <p:sldId id="362" r:id="rId17"/>
    <p:sldId id="363" r:id="rId18"/>
    <p:sldId id="329" r:id="rId19"/>
    <p:sldId id="330" r:id="rId20"/>
    <p:sldId id="297" r:id="rId21"/>
    <p:sldId id="331" r:id="rId22"/>
    <p:sldId id="336" r:id="rId23"/>
    <p:sldId id="337" r:id="rId24"/>
    <p:sldId id="338" r:id="rId25"/>
    <p:sldId id="339" r:id="rId26"/>
    <p:sldId id="340" r:id="rId27"/>
    <p:sldId id="341" r:id="rId28"/>
    <p:sldId id="342" r:id="rId29"/>
    <p:sldId id="298" r:id="rId30"/>
    <p:sldId id="332" r:id="rId31"/>
    <p:sldId id="333" r:id="rId32"/>
    <p:sldId id="334" r:id="rId33"/>
    <p:sldId id="335" r:id="rId34"/>
    <p:sldId id="343" r:id="rId35"/>
    <p:sldId id="344" r:id="rId36"/>
    <p:sldId id="345" r:id="rId37"/>
    <p:sldId id="346" r:id="rId38"/>
    <p:sldId id="347" r:id="rId39"/>
    <p:sldId id="348" r:id="rId40"/>
    <p:sldId id="349" r:id="rId41"/>
    <p:sldId id="354" r:id="rId42"/>
    <p:sldId id="350" r:id="rId43"/>
    <p:sldId id="351" r:id="rId44"/>
    <p:sldId id="352" r:id="rId45"/>
    <p:sldId id="353" r:id="rId46"/>
    <p:sldId id="296" r:id="rId47"/>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85F9C3-E5D0-41D6-9CC6-DCD16D2F3F64}" v="177" dt="2026-03-20T18:04:56.741"/>
  </p1510:revLst>
</p1510:revInfo>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p:scale>
          <a:sx n="100" d="100"/>
          <a:sy n="100" d="100"/>
        </p:scale>
        <p:origin x="58" y="-8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ESADA CASTILLO RANDALL JOSUE" userId="b29aff0c-7e4a-4e11-b3dc-2798a24f161e" providerId="ADAL" clId="{7F2C15F9-14F4-41C9-A6D2-58022218BE9B}"/>
    <pc:docChg chg="undo redo custSel addSld delSld modSld sldOrd">
      <pc:chgData name="QUESADA CASTILLO RANDALL JOSUE" userId="b29aff0c-7e4a-4e11-b3dc-2798a24f161e" providerId="ADAL" clId="{7F2C15F9-14F4-41C9-A6D2-58022218BE9B}" dt="2026-03-20T23:14:45.043" v="5675" actId="20577"/>
      <pc:docMkLst>
        <pc:docMk/>
      </pc:docMkLst>
      <pc:sldChg chg="modSp mod">
        <pc:chgData name="QUESADA CASTILLO RANDALL JOSUE" userId="b29aff0c-7e4a-4e11-b3dc-2798a24f161e" providerId="ADAL" clId="{7F2C15F9-14F4-41C9-A6D2-58022218BE9B}" dt="2026-03-20T23:14:45.043" v="5675" actId="20577"/>
        <pc:sldMkLst>
          <pc:docMk/>
          <pc:sldMk cId="2259308896" sldId="256"/>
        </pc:sldMkLst>
        <pc:spChg chg="mod">
          <ac:chgData name="QUESADA CASTILLO RANDALL JOSUE" userId="b29aff0c-7e4a-4e11-b3dc-2798a24f161e" providerId="ADAL" clId="{7F2C15F9-14F4-41C9-A6D2-58022218BE9B}" dt="2026-03-20T23:14:45.043" v="5675" actId="20577"/>
          <ac:spMkLst>
            <pc:docMk/>
            <pc:sldMk cId="2259308896" sldId="256"/>
            <ac:spMk id="6" creationId="{BBC0F21F-D25A-E60F-B9DD-8D1C7B7203FF}"/>
          </ac:spMkLst>
        </pc:spChg>
      </pc:sldChg>
      <pc:sldChg chg="addSp modSp mod modClrScheme chgLayout">
        <pc:chgData name="QUESADA CASTILLO RANDALL JOSUE" userId="b29aff0c-7e4a-4e11-b3dc-2798a24f161e" providerId="ADAL" clId="{7F2C15F9-14F4-41C9-A6D2-58022218BE9B}" dt="2026-03-20T16:28:51.486" v="1819" actId="313"/>
        <pc:sldMkLst>
          <pc:docMk/>
          <pc:sldMk cId="1325608595" sldId="257"/>
        </pc:sldMkLst>
        <pc:spChg chg="mod">
          <ac:chgData name="QUESADA CASTILLO RANDALL JOSUE" userId="b29aff0c-7e4a-4e11-b3dc-2798a24f161e" providerId="ADAL" clId="{7F2C15F9-14F4-41C9-A6D2-58022218BE9B}" dt="2026-03-12T22:28:12.591" v="271" actId="26606"/>
          <ac:spMkLst>
            <pc:docMk/>
            <pc:sldMk cId="1325608595" sldId="257"/>
            <ac:spMk id="2" creationId="{912DF434-28DB-4621-A497-D62C41CE0419}"/>
          </ac:spMkLst>
        </pc:spChg>
        <pc:graphicFrameChg chg="mod modGraphic">
          <ac:chgData name="QUESADA CASTILLO RANDALL JOSUE" userId="b29aff0c-7e4a-4e11-b3dc-2798a24f161e" providerId="ADAL" clId="{7F2C15F9-14F4-41C9-A6D2-58022218BE9B}" dt="2026-03-20T16:28:51.486" v="1819" actId="313"/>
          <ac:graphicFrameMkLst>
            <pc:docMk/>
            <pc:sldMk cId="1325608595" sldId="257"/>
            <ac:graphicFrameMk id="5" creationId="{C206C54B-6301-7941-014E-AE2DA775D4E4}"/>
          </ac:graphicFrameMkLst>
        </pc:graphicFrameChg>
      </pc:sldChg>
      <pc:sldChg chg="addSp delSp modSp mod">
        <pc:chgData name="QUESADA CASTILLO RANDALL JOSUE" userId="b29aff0c-7e4a-4e11-b3dc-2798a24f161e" providerId="ADAL" clId="{7F2C15F9-14F4-41C9-A6D2-58022218BE9B}" dt="2026-03-20T17:43:18.823" v="4852" actId="108"/>
        <pc:sldMkLst>
          <pc:docMk/>
          <pc:sldMk cId="1265939620" sldId="290"/>
        </pc:sldMkLst>
        <pc:spChg chg="add">
          <ac:chgData name="QUESADA CASTILLO RANDALL JOSUE" userId="b29aff0c-7e4a-4e11-b3dc-2798a24f161e" providerId="ADAL" clId="{7F2C15F9-14F4-41C9-A6D2-58022218BE9B}" dt="2026-03-20T16:38:14.411" v="1865"/>
          <ac:spMkLst>
            <pc:docMk/>
            <pc:sldMk cId="1265939620" sldId="290"/>
            <ac:spMk id="2" creationId="{CA9ADEAB-8C43-3039-4E10-3256D123CE66}"/>
          </ac:spMkLst>
        </pc:spChg>
        <pc:spChg chg="mod">
          <ac:chgData name="QUESADA CASTILLO RANDALL JOSUE" userId="b29aff0c-7e4a-4e11-b3dc-2798a24f161e" providerId="ADAL" clId="{7F2C15F9-14F4-41C9-A6D2-58022218BE9B}" dt="2026-03-20T17:43:18.823" v="4852" actId="108"/>
          <ac:spMkLst>
            <pc:docMk/>
            <pc:sldMk cId="1265939620" sldId="290"/>
            <ac:spMk id="3" creationId="{D1455C0B-19FB-954B-532A-0A68CAC4E0E4}"/>
          </ac:spMkLst>
        </pc:spChg>
        <pc:spChg chg="add mod">
          <ac:chgData name="QUESADA CASTILLO RANDALL JOSUE" userId="b29aff0c-7e4a-4e11-b3dc-2798a24f161e" providerId="ADAL" clId="{7F2C15F9-14F4-41C9-A6D2-58022218BE9B}" dt="2026-03-20T16:38:23.341" v="1870"/>
          <ac:spMkLst>
            <pc:docMk/>
            <pc:sldMk cId="1265939620" sldId="290"/>
            <ac:spMk id="4" creationId="{327F1BC3-DD26-975E-ABB8-820E7923AB0C}"/>
          </ac:spMkLst>
        </pc:spChg>
        <pc:spChg chg="del mod">
          <ac:chgData name="QUESADA CASTILLO RANDALL JOSUE" userId="b29aff0c-7e4a-4e11-b3dc-2798a24f161e" providerId="ADAL" clId="{7F2C15F9-14F4-41C9-A6D2-58022218BE9B}" dt="2026-03-20T17:41:35.965" v="4690" actId="478"/>
          <ac:spMkLst>
            <pc:docMk/>
            <pc:sldMk cId="1265939620" sldId="290"/>
            <ac:spMk id="6" creationId="{EDF9E134-98AA-3ECE-E40A-180C85ACD7D5}"/>
          </ac:spMkLst>
        </pc:spChg>
        <pc:spChg chg="add del mod">
          <ac:chgData name="QUESADA CASTILLO RANDALL JOSUE" userId="b29aff0c-7e4a-4e11-b3dc-2798a24f161e" providerId="ADAL" clId="{7F2C15F9-14F4-41C9-A6D2-58022218BE9B}" dt="2026-03-20T17:41:37.713" v="4691" actId="478"/>
          <ac:spMkLst>
            <pc:docMk/>
            <pc:sldMk cId="1265939620" sldId="290"/>
            <ac:spMk id="7" creationId="{463A3A44-68DF-3847-3FB8-09579DD55C5B}"/>
          </ac:spMkLst>
        </pc:spChg>
        <pc:picChg chg="add del mod">
          <ac:chgData name="QUESADA CASTILLO RANDALL JOSUE" userId="b29aff0c-7e4a-4e11-b3dc-2798a24f161e" providerId="ADAL" clId="{7F2C15F9-14F4-41C9-A6D2-58022218BE9B}" dt="2026-03-20T17:41:31.436" v="4688" actId="478"/>
          <ac:picMkLst>
            <pc:docMk/>
            <pc:sldMk cId="1265939620" sldId="290"/>
            <ac:picMk id="1028" creationId="{239C173A-19A8-DFA5-F759-7694521DFDE6}"/>
          </ac:picMkLst>
        </pc:picChg>
        <pc:picChg chg="add">
          <ac:chgData name="QUESADA CASTILLO RANDALL JOSUE" userId="b29aff0c-7e4a-4e11-b3dc-2798a24f161e" providerId="ADAL" clId="{7F2C15F9-14F4-41C9-A6D2-58022218BE9B}" dt="2026-03-20T17:42:29.295" v="4840"/>
          <ac:picMkLst>
            <pc:docMk/>
            <pc:sldMk cId="1265939620" sldId="290"/>
            <ac:picMk id="1030" creationId="{8FA5ACD9-86C2-4804-A8BD-5963A1FB5C99}"/>
          </ac:picMkLst>
        </pc:picChg>
        <pc:picChg chg="add del">
          <ac:chgData name="QUESADA CASTILLO RANDALL JOSUE" userId="b29aff0c-7e4a-4e11-b3dc-2798a24f161e" providerId="ADAL" clId="{7F2C15F9-14F4-41C9-A6D2-58022218BE9B}" dt="2026-03-20T17:42:40.882" v="4842" actId="21"/>
          <ac:picMkLst>
            <pc:docMk/>
            <pc:sldMk cId="1265939620" sldId="290"/>
            <ac:picMk id="1032" creationId="{1EE89E52-6F5A-4236-52D2-A1C053DFEF99}"/>
          </ac:picMkLst>
        </pc:picChg>
        <pc:picChg chg="add mod">
          <ac:chgData name="QUESADA CASTILLO RANDALL JOSUE" userId="b29aff0c-7e4a-4e11-b3dc-2798a24f161e" providerId="ADAL" clId="{7F2C15F9-14F4-41C9-A6D2-58022218BE9B}" dt="2026-03-20T17:42:58.453" v="4848" actId="1076"/>
          <ac:picMkLst>
            <pc:docMk/>
            <pc:sldMk cId="1265939620" sldId="290"/>
            <ac:picMk id="1034" creationId="{271AF787-9A57-699A-DD07-35BD9F73E4CF}"/>
          </ac:picMkLst>
        </pc:picChg>
        <pc:picChg chg="del mod">
          <ac:chgData name="QUESADA CASTILLO RANDALL JOSUE" userId="b29aff0c-7e4a-4e11-b3dc-2798a24f161e" providerId="ADAL" clId="{7F2C15F9-14F4-41C9-A6D2-58022218BE9B}" dt="2026-03-20T17:34:54.221" v="4628" actId="478"/>
          <ac:picMkLst>
            <pc:docMk/>
            <pc:sldMk cId="1265939620" sldId="290"/>
            <ac:picMk id="1040" creationId="{561C5F28-42BA-44B9-D67C-DDE6C84B5A0F}"/>
          </ac:picMkLst>
        </pc:picChg>
      </pc:sldChg>
      <pc:sldChg chg="delSp modSp mod">
        <pc:chgData name="QUESADA CASTILLO RANDALL JOSUE" userId="b29aff0c-7e4a-4e11-b3dc-2798a24f161e" providerId="ADAL" clId="{7F2C15F9-14F4-41C9-A6D2-58022218BE9B}" dt="2026-03-13T01:15:37.010" v="1443" actId="478"/>
        <pc:sldMkLst>
          <pc:docMk/>
          <pc:sldMk cId="1609673525" sldId="296"/>
        </pc:sldMkLst>
      </pc:sldChg>
      <pc:sldChg chg="addSp delSp modSp mod">
        <pc:chgData name="QUESADA CASTILLO RANDALL JOSUE" userId="b29aff0c-7e4a-4e11-b3dc-2798a24f161e" providerId="ADAL" clId="{7F2C15F9-14F4-41C9-A6D2-58022218BE9B}" dt="2026-03-20T16:57:47.567" v="2979" actId="122"/>
        <pc:sldMkLst>
          <pc:docMk/>
          <pc:sldMk cId="534254283" sldId="297"/>
        </pc:sldMkLst>
        <pc:spChg chg="mod">
          <ac:chgData name="QUESADA CASTILLO RANDALL JOSUE" userId="b29aff0c-7e4a-4e11-b3dc-2798a24f161e" providerId="ADAL" clId="{7F2C15F9-14F4-41C9-A6D2-58022218BE9B}" dt="2026-03-20T16:53:53.653" v="2860" actId="20577"/>
          <ac:spMkLst>
            <pc:docMk/>
            <pc:sldMk cId="534254283" sldId="297"/>
            <ac:spMk id="6" creationId="{1C281668-1FC7-4066-C3DE-72C1F205E459}"/>
          </ac:spMkLst>
        </pc:spChg>
        <pc:graphicFrameChg chg="add del mod modGraphic">
          <ac:chgData name="QUESADA CASTILLO RANDALL JOSUE" userId="b29aff0c-7e4a-4e11-b3dc-2798a24f161e" providerId="ADAL" clId="{7F2C15F9-14F4-41C9-A6D2-58022218BE9B}" dt="2026-03-20T16:54:56.744" v="2870" actId="478"/>
          <ac:graphicFrameMkLst>
            <pc:docMk/>
            <pc:sldMk cId="534254283" sldId="297"/>
            <ac:graphicFrameMk id="2" creationId="{20E8BDE6-6E19-7EAD-B6F0-F0179D7139F8}"/>
          </ac:graphicFrameMkLst>
        </pc:graphicFrameChg>
        <pc:graphicFrameChg chg="add del mod modGraphic">
          <ac:chgData name="QUESADA CASTILLO RANDALL JOSUE" userId="b29aff0c-7e4a-4e11-b3dc-2798a24f161e" providerId="ADAL" clId="{7F2C15F9-14F4-41C9-A6D2-58022218BE9B}" dt="2026-03-20T16:57:47.567" v="2979" actId="122"/>
          <ac:graphicFrameMkLst>
            <pc:docMk/>
            <pc:sldMk cId="534254283" sldId="297"/>
            <ac:graphicFrameMk id="3" creationId="{BD775E6A-BE32-C690-E6C9-8701C1CB93E9}"/>
          </ac:graphicFrameMkLst>
        </pc:graphicFrameChg>
      </pc:sldChg>
      <pc:sldChg chg="addSp modSp mod">
        <pc:chgData name="QUESADA CASTILLO RANDALL JOSUE" userId="b29aff0c-7e4a-4e11-b3dc-2798a24f161e" providerId="ADAL" clId="{7F2C15F9-14F4-41C9-A6D2-58022218BE9B}" dt="2026-03-20T18:00:45.650" v="5607" actId="1076"/>
        <pc:sldMkLst>
          <pc:docMk/>
          <pc:sldMk cId="3370611093" sldId="298"/>
        </pc:sldMkLst>
        <pc:spChg chg="mod">
          <ac:chgData name="QUESADA CASTILLO RANDALL JOSUE" userId="b29aff0c-7e4a-4e11-b3dc-2798a24f161e" providerId="ADAL" clId="{7F2C15F9-14F4-41C9-A6D2-58022218BE9B}" dt="2026-03-20T18:00:45.650" v="5607" actId="1076"/>
          <ac:spMkLst>
            <pc:docMk/>
            <pc:sldMk cId="3370611093" sldId="298"/>
            <ac:spMk id="3" creationId="{1A539480-7B0E-CE94-E574-358F325A912A}"/>
          </ac:spMkLst>
        </pc:spChg>
        <pc:spChg chg="mod">
          <ac:chgData name="QUESADA CASTILLO RANDALL JOSUE" userId="b29aff0c-7e4a-4e11-b3dc-2798a24f161e" providerId="ADAL" clId="{7F2C15F9-14F4-41C9-A6D2-58022218BE9B}" dt="2026-03-20T17:02:51.030" v="3362" actId="20577"/>
          <ac:spMkLst>
            <pc:docMk/>
            <pc:sldMk cId="3370611093" sldId="298"/>
            <ac:spMk id="6" creationId="{46C489AC-7F56-8132-865C-38EECC630338}"/>
          </ac:spMkLst>
        </pc:spChg>
        <pc:picChg chg="add">
          <ac:chgData name="QUESADA CASTILLO RANDALL JOSUE" userId="b29aff0c-7e4a-4e11-b3dc-2798a24f161e" providerId="ADAL" clId="{7F2C15F9-14F4-41C9-A6D2-58022218BE9B}" dt="2026-03-20T18:00:38.765" v="5602"/>
          <ac:picMkLst>
            <pc:docMk/>
            <pc:sldMk cId="3370611093" sldId="298"/>
            <ac:picMk id="18434" creationId="{EAB12F1B-BB85-043E-B40B-E68C45EB30F1}"/>
          </ac:picMkLst>
        </pc:picChg>
        <pc:picChg chg="add mod">
          <ac:chgData name="QUESADA CASTILLO RANDALL JOSUE" userId="b29aff0c-7e4a-4e11-b3dc-2798a24f161e" providerId="ADAL" clId="{7F2C15F9-14F4-41C9-A6D2-58022218BE9B}" dt="2026-03-20T18:00:43.811" v="5606" actId="1076"/>
          <ac:picMkLst>
            <pc:docMk/>
            <pc:sldMk cId="3370611093" sldId="298"/>
            <ac:picMk id="18436" creationId="{11EA5E55-4D03-D8E3-63CC-8D7E693E89E8}"/>
          </ac:picMkLst>
        </pc:picChg>
      </pc:sldChg>
      <pc:sldChg chg="addSp delSp modSp del mod">
        <pc:chgData name="QUESADA CASTILLO RANDALL JOSUE" userId="b29aff0c-7e4a-4e11-b3dc-2798a24f161e" providerId="ADAL" clId="{7F2C15F9-14F4-41C9-A6D2-58022218BE9B}" dt="2026-03-20T17:27:34.912" v="4532" actId="47"/>
        <pc:sldMkLst>
          <pc:docMk/>
          <pc:sldMk cId="2228047192" sldId="299"/>
        </pc:sldMkLst>
      </pc:sldChg>
      <pc:sldChg chg="addSp delSp modSp del mod modClrScheme chgLayout">
        <pc:chgData name="QUESADA CASTILLO RANDALL JOSUE" userId="b29aff0c-7e4a-4e11-b3dc-2798a24f161e" providerId="ADAL" clId="{7F2C15F9-14F4-41C9-A6D2-58022218BE9B}" dt="2026-03-20T17:27:34.912" v="4532" actId="47"/>
        <pc:sldMkLst>
          <pc:docMk/>
          <pc:sldMk cId="1489114565" sldId="300"/>
        </pc:sldMkLst>
      </pc:sldChg>
      <pc:sldChg chg="addSp delSp modSp del mod modClrScheme chgLayout">
        <pc:chgData name="QUESADA CASTILLO RANDALL JOSUE" userId="b29aff0c-7e4a-4e11-b3dc-2798a24f161e" providerId="ADAL" clId="{7F2C15F9-14F4-41C9-A6D2-58022218BE9B}" dt="2026-03-20T16:52:28.906" v="2679" actId="47"/>
        <pc:sldMkLst>
          <pc:docMk/>
          <pc:sldMk cId="1072612858" sldId="303"/>
        </pc:sldMkLst>
      </pc:sldChg>
      <pc:sldChg chg="addSp delSp modSp mod">
        <pc:chgData name="QUESADA CASTILLO RANDALL JOSUE" userId="b29aff0c-7e4a-4e11-b3dc-2798a24f161e" providerId="ADAL" clId="{7F2C15F9-14F4-41C9-A6D2-58022218BE9B}" dt="2026-03-20T17:53:27.791" v="5473" actId="1076"/>
        <pc:sldMkLst>
          <pc:docMk/>
          <pc:sldMk cId="2477588734" sldId="304"/>
        </pc:sldMkLst>
        <pc:spChg chg="mod">
          <ac:chgData name="QUESADA CASTILLO RANDALL JOSUE" userId="b29aff0c-7e4a-4e11-b3dc-2798a24f161e" providerId="ADAL" clId="{7F2C15F9-14F4-41C9-A6D2-58022218BE9B}" dt="2026-03-20T17:35:02.014" v="4629" actId="20577"/>
          <ac:spMkLst>
            <pc:docMk/>
            <pc:sldMk cId="2477588734" sldId="304"/>
            <ac:spMk id="3" creationId="{40644860-3D76-42DE-1EB3-A414A76FABB0}"/>
          </ac:spMkLst>
        </pc:spChg>
        <pc:spChg chg="mod">
          <ac:chgData name="QUESADA CASTILLO RANDALL JOSUE" userId="b29aff0c-7e4a-4e11-b3dc-2798a24f161e" providerId="ADAL" clId="{7F2C15F9-14F4-41C9-A6D2-58022218BE9B}" dt="2026-03-20T16:38:59.678" v="2030" actId="20577"/>
          <ac:spMkLst>
            <pc:docMk/>
            <pc:sldMk cId="2477588734" sldId="304"/>
            <ac:spMk id="6" creationId="{CAF86DCB-B2AC-1579-F17B-E0E93C19A913}"/>
          </ac:spMkLst>
        </pc:spChg>
        <pc:picChg chg="add mod">
          <ac:chgData name="QUESADA CASTILLO RANDALL JOSUE" userId="b29aff0c-7e4a-4e11-b3dc-2798a24f161e" providerId="ADAL" clId="{7F2C15F9-14F4-41C9-A6D2-58022218BE9B}" dt="2026-03-20T17:53:27.791" v="5473" actId="1076"/>
          <ac:picMkLst>
            <pc:docMk/>
            <pc:sldMk cId="2477588734" sldId="304"/>
            <ac:picMk id="4" creationId="{AFB6C534-FDB6-66AA-D380-C395F871BCED}"/>
          </ac:picMkLst>
        </pc:picChg>
        <pc:picChg chg="del mod">
          <ac:chgData name="QUESADA CASTILLO RANDALL JOSUE" userId="b29aff0c-7e4a-4e11-b3dc-2798a24f161e" providerId="ADAL" clId="{7F2C15F9-14F4-41C9-A6D2-58022218BE9B}" dt="2026-03-20T17:53:11.710" v="5469" actId="478"/>
          <ac:picMkLst>
            <pc:docMk/>
            <pc:sldMk cId="2477588734" sldId="304"/>
            <ac:picMk id="1040" creationId="{CCCD3A57-B19D-0F3D-5446-547E5F11CB22}"/>
          </ac:picMkLst>
        </pc:picChg>
      </pc:sldChg>
      <pc:sldChg chg="addSp delSp modSp del mod">
        <pc:chgData name="QUESADA CASTILLO RANDALL JOSUE" userId="b29aff0c-7e4a-4e11-b3dc-2798a24f161e" providerId="ADAL" clId="{7F2C15F9-14F4-41C9-A6D2-58022218BE9B}" dt="2026-03-20T16:57:53.919" v="2980" actId="47"/>
        <pc:sldMkLst>
          <pc:docMk/>
          <pc:sldMk cId="1530902541" sldId="305"/>
        </pc:sldMkLst>
      </pc:sldChg>
      <pc:sldChg chg="delSp modSp del mod">
        <pc:chgData name="QUESADA CASTILLO RANDALL JOSUE" userId="b29aff0c-7e4a-4e11-b3dc-2798a24f161e" providerId="ADAL" clId="{7F2C15F9-14F4-41C9-A6D2-58022218BE9B}" dt="2026-03-20T17:27:34.912" v="4532" actId="47"/>
        <pc:sldMkLst>
          <pc:docMk/>
          <pc:sldMk cId="2287053028" sldId="306"/>
        </pc:sldMkLst>
      </pc:sldChg>
      <pc:sldChg chg="addSp modSp del mod modClrScheme chgLayout">
        <pc:chgData name="QUESADA CASTILLO RANDALL JOSUE" userId="b29aff0c-7e4a-4e11-b3dc-2798a24f161e" providerId="ADAL" clId="{7F2C15F9-14F4-41C9-A6D2-58022218BE9B}" dt="2026-03-20T17:27:34.912" v="4532" actId="47"/>
        <pc:sldMkLst>
          <pc:docMk/>
          <pc:sldMk cId="3273509390" sldId="307"/>
        </pc:sldMkLst>
      </pc:sldChg>
      <pc:sldChg chg="addSp modSp del mod">
        <pc:chgData name="QUESADA CASTILLO RANDALL JOSUE" userId="b29aff0c-7e4a-4e11-b3dc-2798a24f161e" providerId="ADAL" clId="{7F2C15F9-14F4-41C9-A6D2-58022218BE9B}" dt="2026-03-20T17:27:34.912" v="4532" actId="47"/>
        <pc:sldMkLst>
          <pc:docMk/>
          <pc:sldMk cId="3806661968" sldId="308"/>
        </pc:sldMkLst>
      </pc:sldChg>
      <pc:sldChg chg="modSp del mod">
        <pc:chgData name="QUESADA CASTILLO RANDALL JOSUE" userId="b29aff0c-7e4a-4e11-b3dc-2798a24f161e" providerId="ADAL" clId="{7F2C15F9-14F4-41C9-A6D2-58022218BE9B}" dt="2026-03-20T17:27:34.912" v="4532" actId="47"/>
        <pc:sldMkLst>
          <pc:docMk/>
          <pc:sldMk cId="1346796032" sldId="309"/>
        </pc:sldMkLst>
      </pc:sldChg>
      <pc:sldChg chg="delSp modSp del mod">
        <pc:chgData name="QUESADA CASTILLO RANDALL JOSUE" userId="b29aff0c-7e4a-4e11-b3dc-2798a24f161e" providerId="ADAL" clId="{7F2C15F9-14F4-41C9-A6D2-58022218BE9B}" dt="2026-03-20T17:27:34.912" v="4532" actId="47"/>
        <pc:sldMkLst>
          <pc:docMk/>
          <pc:sldMk cId="2385667621" sldId="310"/>
        </pc:sldMkLst>
      </pc:sldChg>
      <pc:sldChg chg="addSp delSp modSp add del mod">
        <pc:chgData name="QUESADA CASTILLO RANDALL JOSUE" userId="b29aff0c-7e4a-4e11-b3dc-2798a24f161e" providerId="ADAL" clId="{7F2C15F9-14F4-41C9-A6D2-58022218BE9B}" dt="2026-03-20T17:27:34.912" v="4532" actId="47"/>
        <pc:sldMkLst>
          <pc:docMk/>
          <pc:sldMk cId="412626463" sldId="318"/>
        </pc:sldMkLst>
      </pc:sldChg>
      <pc:sldChg chg="addSp modSp add del mod ord">
        <pc:chgData name="QUESADA CASTILLO RANDALL JOSUE" userId="b29aff0c-7e4a-4e11-b3dc-2798a24f161e" providerId="ADAL" clId="{7F2C15F9-14F4-41C9-A6D2-58022218BE9B}" dt="2026-03-20T17:27:34.912" v="4532" actId="47"/>
        <pc:sldMkLst>
          <pc:docMk/>
          <pc:sldMk cId="3037743906" sldId="319"/>
        </pc:sldMkLst>
      </pc:sldChg>
      <pc:sldChg chg="delSp modSp add del mod modClrScheme chgLayout">
        <pc:chgData name="QUESADA CASTILLO RANDALL JOSUE" userId="b29aff0c-7e4a-4e11-b3dc-2798a24f161e" providerId="ADAL" clId="{7F2C15F9-14F4-41C9-A6D2-58022218BE9B}" dt="2026-03-20T17:27:34.912" v="4532" actId="47"/>
        <pc:sldMkLst>
          <pc:docMk/>
          <pc:sldMk cId="2439536905" sldId="320"/>
        </pc:sldMkLst>
      </pc:sldChg>
      <pc:sldChg chg="modSp add del">
        <pc:chgData name="QUESADA CASTILLO RANDALL JOSUE" userId="b29aff0c-7e4a-4e11-b3dc-2798a24f161e" providerId="ADAL" clId="{7F2C15F9-14F4-41C9-A6D2-58022218BE9B}" dt="2026-03-20T17:27:34.912" v="4532" actId="47"/>
        <pc:sldMkLst>
          <pc:docMk/>
          <pc:sldMk cId="1309575812" sldId="321"/>
        </pc:sldMkLst>
      </pc:sldChg>
      <pc:sldChg chg="modSp add del">
        <pc:chgData name="QUESADA CASTILLO RANDALL JOSUE" userId="b29aff0c-7e4a-4e11-b3dc-2798a24f161e" providerId="ADAL" clId="{7F2C15F9-14F4-41C9-A6D2-58022218BE9B}" dt="2026-03-20T17:27:34.912" v="4532" actId="47"/>
        <pc:sldMkLst>
          <pc:docMk/>
          <pc:sldMk cId="2721520784" sldId="322"/>
        </pc:sldMkLst>
      </pc:sldChg>
      <pc:sldChg chg="modSp add del">
        <pc:chgData name="QUESADA CASTILLO RANDALL JOSUE" userId="b29aff0c-7e4a-4e11-b3dc-2798a24f161e" providerId="ADAL" clId="{7F2C15F9-14F4-41C9-A6D2-58022218BE9B}" dt="2026-03-20T17:27:34.912" v="4532" actId="47"/>
        <pc:sldMkLst>
          <pc:docMk/>
          <pc:sldMk cId="795065714" sldId="323"/>
        </pc:sldMkLst>
      </pc:sldChg>
      <pc:sldChg chg="modSp add del mod">
        <pc:chgData name="QUESADA CASTILLO RANDALL JOSUE" userId="b29aff0c-7e4a-4e11-b3dc-2798a24f161e" providerId="ADAL" clId="{7F2C15F9-14F4-41C9-A6D2-58022218BE9B}" dt="2026-03-20T17:27:34.912" v="4532" actId="47"/>
        <pc:sldMkLst>
          <pc:docMk/>
          <pc:sldMk cId="2170166730" sldId="324"/>
        </pc:sldMkLst>
      </pc:sldChg>
      <pc:sldChg chg="addSp delSp modSp add del mod">
        <pc:chgData name="QUESADA CASTILLO RANDALL JOSUE" userId="b29aff0c-7e4a-4e11-b3dc-2798a24f161e" providerId="ADAL" clId="{7F2C15F9-14F4-41C9-A6D2-58022218BE9B}" dt="2026-03-20T17:27:34.912" v="4532" actId="47"/>
        <pc:sldMkLst>
          <pc:docMk/>
          <pc:sldMk cId="2198051078" sldId="325"/>
        </pc:sldMkLst>
      </pc:sldChg>
      <pc:sldChg chg="addSp modSp add del mod ord">
        <pc:chgData name="QUESADA CASTILLO RANDALL JOSUE" userId="b29aff0c-7e4a-4e11-b3dc-2798a24f161e" providerId="ADAL" clId="{7F2C15F9-14F4-41C9-A6D2-58022218BE9B}" dt="2026-03-20T17:27:34.912" v="4532" actId="47"/>
        <pc:sldMkLst>
          <pc:docMk/>
          <pc:sldMk cId="2610674595" sldId="326"/>
        </pc:sldMkLst>
      </pc:sldChg>
      <pc:sldChg chg="modSp add del mod">
        <pc:chgData name="QUESADA CASTILLO RANDALL JOSUE" userId="b29aff0c-7e4a-4e11-b3dc-2798a24f161e" providerId="ADAL" clId="{7F2C15F9-14F4-41C9-A6D2-58022218BE9B}" dt="2026-03-20T17:27:34.912" v="4532" actId="47"/>
        <pc:sldMkLst>
          <pc:docMk/>
          <pc:sldMk cId="2657057585" sldId="327"/>
        </pc:sldMkLst>
      </pc:sldChg>
      <pc:sldChg chg="addSp delSp modSp add mod">
        <pc:chgData name="QUESADA CASTILLO RANDALL JOSUE" userId="b29aff0c-7e4a-4e11-b3dc-2798a24f161e" providerId="ADAL" clId="{7F2C15F9-14F4-41C9-A6D2-58022218BE9B}" dt="2026-03-20T17:54:04.447" v="5476" actId="1076"/>
        <pc:sldMkLst>
          <pc:docMk/>
          <pc:sldMk cId="1739223790" sldId="328"/>
        </pc:sldMkLst>
        <pc:spChg chg="mod">
          <ac:chgData name="QUESADA CASTILLO RANDALL JOSUE" userId="b29aff0c-7e4a-4e11-b3dc-2798a24f161e" providerId="ADAL" clId="{7F2C15F9-14F4-41C9-A6D2-58022218BE9B}" dt="2026-03-20T16:48:34.023" v="2466" actId="20577"/>
          <ac:spMkLst>
            <pc:docMk/>
            <pc:sldMk cId="1739223790" sldId="328"/>
            <ac:spMk id="3" creationId="{766DDC0E-68DA-5AA8-2A72-07EF3EE146E9}"/>
          </ac:spMkLst>
        </pc:spChg>
        <pc:picChg chg="add mod">
          <ac:chgData name="QUESADA CASTILLO RANDALL JOSUE" userId="b29aff0c-7e4a-4e11-b3dc-2798a24f161e" providerId="ADAL" clId="{7F2C15F9-14F4-41C9-A6D2-58022218BE9B}" dt="2026-03-20T17:54:04.447" v="5476" actId="1076"/>
          <ac:picMkLst>
            <pc:docMk/>
            <pc:sldMk cId="1739223790" sldId="328"/>
            <ac:picMk id="4" creationId="{6EEA13CA-0568-4C1E-679B-24C6FAD04D45}"/>
          </ac:picMkLst>
        </pc:picChg>
        <pc:picChg chg="del">
          <ac:chgData name="QUESADA CASTILLO RANDALL JOSUE" userId="b29aff0c-7e4a-4e11-b3dc-2798a24f161e" providerId="ADAL" clId="{7F2C15F9-14F4-41C9-A6D2-58022218BE9B}" dt="2026-03-20T17:53:51.486" v="5474" actId="478"/>
          <ac:picMkLst>
            <pc:docMk/>
            <pc:sldMk cId="1739223790" sldId="328"/>
            <ac:picMk id="1040" creationId="{E2634E48-8860-F634-6851-8D5A8BB2F856}"/>
          </ac:picMkLst>
        </pc:picChg>
      </pc:sldChg>
      <pc:sldChg chg="addSp delSp modSp add mod">
        <pc:chgData name="QUESADA CASTILLO RANDALL JOSUE" userId="b29aff0c-7e4a-4e11-b3dc-2798a24f161e" providerId="ADAL" clId="{7F2C15F9-14F4-41C9-A6D2-58022218BE9B}" dt="2026-03-20T17:57:11.892" v="5550" actId="1076"/>
        <pc:sldMkLst>
          <pc:docMk/>
          <pc:sldMk cId="1579485490" sldId="329"/>
        </pc:sldMkLst>
        <pc:spChg chg="mod">
          <ac:chgData name="QUESADA CASTILLO RANDALL JOSUE" userId="b29aff0c-7e4a-4e11-b3dc-2798a24f161e" providerId="ADAL" clId="{7F2C15F9-14F4-41C9-A6D2-58022218BE9B}" dt="2026-03-20T16:49:51.353" v="2676" actId="20577"/>
          <ac:spMkLst>
            <pc:docMk/>
            <pc:sldMk cId="1579485490" sldId="329"/>
            <ac:spMk id="3" creationId="{0E58480A-A693-0D13-6B6B-7E29B6730EE1}"/>
          </ac:spMkLst>
        </pc:spChg>
        <pc:picChg chg="del">
          <ac:chgData name="QUESADA CASTILLO RANDALL JOSUE" userId="b29aff0c-7e4a-4e11-b3dc-2798a24f161e" providerId="ADAL" clId="{7F2C15F9-14F4-41C9-A6D2-58022218BE9B}" dt="2026-03-20T17:57:07.981" v="5547" actId="478"/>
          <ac:picMkLst>
            <pc:docMk/>
            <pc:sldMk cId="1579485490" sldId="329"/>
            <ac:picMk id="1040" creationId="{06B0C716-1D6D-E7E5-0B45-625FA4743A9A}"/>
          </ac:picMkLst>
        </pc:picChg>
        <pc:picChg chg="add mod">
          <ac:chgData name="QUESADA CASTILLO RANDALL JOSUE" userId="b29aff0c-7e4a-4e11-b3dc-2798a24f161e" providerId="ADAL" clId="{7F2C15F9-14F4-41C9-A6D2-58022218BE9B}" dt="2026-03-20T17:57:11.892" v="5550" actId="1076"/>
          <ac:picMkLst>
            <pc:docMk/>
            <pc:sldMk cId="1579485490" sldId="329"/>
            <ac:picMk id="14338" creationId="{77D73074-054C-F6EB-01D6-7B81210ACF17}"/>
          </ac:picMkLst>
        </pc:picChg>
      </pc:sldChg>
      <pc:sldChg chg="add del">
        <pc:chgData name="QUESADA CASTILLO RANDALL JOSUE" userId="b29aff0c-7e4a-4e11-b3dc-2798a24f161e" providerId="ADAL" clId="{7F2C15F9-14F4-41C9-A6D2-58022218BE9B}" dt="2026-03-20T16:52:27.304" v="2678" actId="47"/>
        <pc:sldMkLst>
          <pc:docMk/>
          <pc:sldMk cId="156751805" sldId="330"/>
        </pc:sldMkLst>
      </pc:sldChg>
      <pc:sldChg chg="addSp delSp modSp add mod">
        <pc:chgData name="QUESADA CASTILLO RANDALL JOSUE" userId="b29aff0c-7e4a-4e11-b3dc-2798a24f161e" providerId="ADAL" clId="{7F2C15F9-14F4-41C9-A6D2-58022218BE9B}" dt="2026-03-20T17:57:22.842" v="5556" actId="1076"/>
        <pc:sldMkLst>
          <pc:docMk/>
          <pc:sldMk cId="1460903096" sldId="330"/>
        </pc:sldMkLst>
        <pc:spChg chg="mod">
          <ac:chgData name="QUESADA CASTILLO RANDALL JOSUE" userId="b29aff0c-7e4a-4e11-b3dc-2798a24f161e" providerId="ADAL" clId="{7F2C15F9-14F4-41C9-A6D2-58022218BE9B}" dt="2026-03-20T16:53:37.495" v="2830" actId="20577"/>
          <ac:spMkLst>
            <pc:docMk/>
            <pc:sldMk cId="1460903096" sldId="330"/>
            <ac:spMk id="3" creationId="{2E0AC185-AE79-F356-F02B-06A58A92A1A6}"/>
          </ac:spMkLst>
        </pc:spChg>
        <pc:picChg chg="del">
          <ac:chgData name="QUESADA CASTILLO RANDALL JOSUE" userId="b29aff0c-7e4a-4e11-b3dc-2798a24f161e" providerId="ADAL" clId="{7F2C15F9-14F4-41C9-A6D2-58022218BE9B}" dt="2026-03-20T17:57:15.735" v="5551" actId="478"/>
          <ac:picMkLst>
            <pc:docMk/>
            <pc:sldMk cId="1460903096" sldId="330"/>
            <ac:picMk id="1040" creationId="{482B1643-6A82-AFFF-D7E1-EBB2E785AD7F}"/>
          </ac:picMkLst>
        </pc:picChg>
        <pc:picChg chg="add mod">
          <ac:chgData name="QUESADA CASTILLO RANDALL JOSUE" userId="b29aff0c-7e4a-4e11-b3dc-2798a24f161e" providerId="ADAL" clId="{7F2C15F9-14F4-41C9-A6D2-58022218BE9B}" dt="2026-03-20T17:57:22.842" v="5556" actId="1076"/>
          <ac:picMkLst>
            <pc:docMk/>
            <pc:sldMk cId="1460903096" sldId="330"/>
            <ac:picMk id="15362" creationId="{3BFE0C1B-B3F4-B0C5-359A-34F493781519}"/>
          </ac:picMkLst>
        </pc:picChg>
      </pc:sldChg>
      <pc:sldChg chg="addSp delSp modSp add mod ord">
        <pc:chgData name="QUESADA CASTILLO RANDALL JOSUE" userId="b29aff0c-7e4a-4e11-b3dc-2798a24f161e" providerId="ADAL" clId="{7F2C15F9-14F4-41C9-A6D2-58022218BE9B}" dt="2026-03-20T17:57:54.342" v="5563" actId="1076"/>
        <pc:sldMkLst>
          <pc:docMk/>
          <pc:sldMk cId="1730301824" sldId="331"/>
        </pc:sldMkLst>
        <pc:spChg chg="mod">
          <ac:chgData name="QUESADA CASTILLO RANDALL JOSUE" userId="b29aff0c-7e4a-4e11-b3dc-2798a24f161e" providerId="ADAL" clId="{7F2C15F9-14F4-41C9-A6D2-58022218BE9B}" dt="2026-03-20T17:00:37.889" v="3310" actId="20577"/>
          <ac:spMkLst>
            <pc:docMk/>
            <pc:sldMk cId="1730301824" sldId="331"/>
            <ac:spMk id="3" creationId="{934F26D8-BB82-1442-CA6A-C7D7E9EC1261}"/>
          </ac:spMkLst>
        </pc:spChg>
        <pc:spChg chg="mod">
          <ac:chgData name="QUESADA CASTILLO RANDALL JOSUE" userId="b29aff0c-7e4a-4e11-b3dc-2798a24f161e" providerId="ADAL" clId="{7F2C15F9-14F4-41C9-A6D2-58022218BE9B}" dt="2026-03-20T16:58:22.245" v="3020"/>
          <ac:spMkLst>
            <pc:docMk/>
            <pc:sldMk cId="1730301824" sldId="331"/>
            <ac:spMk id="6" creationId="{AE8DB72A-987D-2A10-DB1C-DA648FD31606}"/>
          </ac:spMkLst>
        </pc:spChg>
        <pc:picChg chg="del">
          <ac:chgData name="QUESADA CASTILLO RANDALL JOSUE" userId="b29aff0c-7e4a-4e11-b3dc-2798a24f161e" providerId="ADAL" clId="{7F2C15F9-14F4-41C9-A6D2-58022218BE9B}" dt="2026-03-20T17:57:49.134" v="5557" actId="478"/>
          <ac:picMkLst>
            <pc:docMk/>
            <pc:sldMk cId="1730301824" sldId="331"/>
            <ac:picMk id="1040" creationId="{EF74E816-0574-8A08-DABA-4142F5901093}"/>
          </ac:picMkLst>
        </pc:picChg>
        <pc:picChg chg="add mod">
          <ac:chgData name="QUESADA CASTILLO RANDALL JOSUE" userId="b29aff0c-7e4a-4e11-b3dc-2798a24f161e" providerId="ADAL" clId="{7F2C15F9-14F4-41C9-A6D2-58022218BE9B}" dt="2026-03-20T17:57:54.342" v="5563" actId="1076"/>
          <ac:picMkLst>
            <pc:docMk/>
            <pc:sldMk cId="1730301824" sldId="331"/>
            <ac:picMk id="16386" creationId="{3BF41EBF-CBCD-01B7-CD94-5E48AD936BB6}"/>
          </ac:picMkLst>
        </pc:picChg>
      </pc:sldChg>
      <pc:sldChg chg="addSp modSp add mod">
        <pc:chgData name="QUESADA CASTILLO RANDALL JOSUE" userId="b29aff0c-7e4a-4e11-b3dc-2798a24f161e" providerId="ADAL" clId="{7F2C15F9-14F4-41C9-A6D2-58022218BE9B}" dt="2026-03-20T18:01:14.136" v="5615" actId="14100"/>
        <pc:sldMkLst>
          <pc:docMk/>
          <pc:sldMk cId="3011585753" sldId="332"/>
        </pc:sldMkLst>
        <pc:spChg chg="mod">
          <ac:chgData name="QUESADA CASTILLO RANDALL JOSUE" userId="b29aff0c-7e4a-4e11-b3dc-2798a24f161e" providerId="ADAL" clId="{7F2C15F9-14F4-41C9-A6D2-58022218BE9B}" dt="2026-03-20T18:01:14.136" v="5615" actId="14100"/>
          <ac:spMkLst>
            <pc:docMk/>
            <pc:sldMk cId="3011585753" sldId="332"/>
            <ac:spMk id="3" creationId="{C7692774-52B6-0980-B5BD-56914F893495}"/>
          </ac:spMkLst>
        </pc:spChg>
        <pc:picChg chg="add mod">
          <ac:chgData name="QUESADA CASTILLO RANDALL JOSUE" userId="b29aff0c-7e4a-4e11-b3dc-2798a24f161e" providerId="ADAL" clId="{7F2C15F9-14F4-41C9-A6D2-58022218BE9B}" dt="2026-03-20T18:01:11.295" v="5613" actId="1076"/>
          <ac:picMkLst>
            <pc:docMk/>
            <pc:sldMk cId="3011585753" sldId="332"/>
            <ac:picMk id="19458" creationId="{213081CC-4E1D-2C29-8DF2-9DD06CD80D26}"/>
          </ac:picMkLst>
        </pc:picChg>
      </pc:sldChg>
      <pc:sldChg chg="addSp modSp add mod">
        <pc:chgData name="QUESADA CASTILLO RANDALL JOSUE" userId="b29aff0c-7e4a-4e11-b3dc-2798a24f161e" providerId="ADAL" clId="{7F2C15F9-14F4-41C9-A6D2-58022218BE9B}" dt="2026-03-20T18:01:49.503" v="5620" actId="1076"/>
        <pc:sldMkLst>
          <pc:docMk/>
          <pc:sldMk cId="2541330548" sldId="333"/>
        </pc:sldMkLst>
        <pc:spChg chg="mod">
          <ac:chgData name="QUESADA CASTILLO RANDALL JOSUE" userId="b29aff0c-7e4a-4e11-b3dc-2798a24f161e" providerId="ADAL" clId="{7F2C15F9-14F4-41C9-A6D2-58022218BE9B}" dt="2026-03-20T18:01:43.502" v="5617" actId="14100"/>
          <ac:spMkLst>
            <pc:docMk/>
            <pc:sldMk cId="2541330548" sldId="333"/>
            <ac:spMk id="3" creationId="{9A925A89-55BE-5CC4-E80A-D96E246ED0F0}"/>
          </ac:spMkLst>
        </pc:spChg>
        <pc:picChg chg="add mod">
          <ac:chgData name="QUESADA CASTILLO RANDALL JOSUE" userId="b29aff0c-7e4a-4e11-b3dc-2798a24f161e" providerId="ADAL" clId="{7F2C15F9-14F4-41C9-A6D2-58022218BE9B}" dt="2026-03-20T18:01:49.503" v="5620" actId="1076"/>
          <ac:picMkLst>
            <pc:docMk/>
            <pc:sldMk cId="2541330548" sldId="333"/>
            <ac:picMk id="20482" creationId="{2D5D96D1-AC48-A495-6651-9782FFBD9B0F}"/>
          </ac:picMkLst>
        </pc:picChg>
      </pc:sldChg>
      <pc:sldChg chg="addSp delSp modSp add mod">
        <pc:chgData name="QUESADA CASTILLO RANDALL JOSUE" userId="b29aff0c-7e4a-4e11-b3dc-2798a24f161e" providerId="ADAL" clId="{7F2C15F9-14F4-41C9-A6D2-58022218BE9B}" dt="2026-03-20T18:02:28.926" v="5626" actId="1076"/>
        <pc:sldMkLst>
          <pc:docMk/>
          <pc:sldMk cId="2289318680" sldId="334"/>
        </pc:sldMkLst>
        <pc:spChg chg="add del mod">
          <ac:chgData name="QUESADA CASTILLO RANDALL JOSUE" userId="b29aff0c-7e4a-4e11-b3dc-2798a24f161e" providerId="ADAL" clId="{7F2C15F9-14F4-41C9-A6D2-58022218BE9B}" dt="2026-03-20T18:01:56.317" v="5621" actId="14100"/>
          <ac:spMkLst>
            <pc:docMk/>
            <pc:sldMk cId="2289318680" sldId="334"/>
            <ac:spMk id="3" creationId="{D1D1845E-A928-F3BB-4F92-C942FAD5DCEB}"/>
          </ac:spMkLst>
        </pc:spChg>
        <pc:spChg chg="add del mod">
          <ac:chgData name="QUESADA CASTILLO RANDALL JOSUE" userId="b29aff0c-7e4a-4e11-b3dc-2798a24f161e" providerId="ADAL" clId="{7F2C15F9-14F4-41C9-A6D2-58022218BE9B}" dt="2026-03-20T17:06:17.322" v="3809" actId="21"/>
          <ac:spMkLst>
            <pc:docMk/>
            <pc:sldMk cId="2289318680" sldId="334"/>
            <ac:spMk id="4" creationId="{38E5A513-C2FA-B6EA-3F2F-1C37A332349F}"/>
          </ac:spMkLst>
        </pc:spChg>
        <pc:picChg chg="add mod">
          <ac:chgData name="QUESADA CASTILLO RANDALL JOSUE" userId="b29aff0c-7e4a-4e11-b3dc-2798a24f161e" providerId="ADAL" clId="{7F2C15F9-14F4-41C9-A6D2-58022218BE9B}" dt="2026-03-20T18:02:28.926" v="5626" actId="1076"/>
          <ac:picMkLst>
            <pc:docMk/>
            <pc:sldMk cId="2289318680" sldId="334"/>
            <ac:picMk id="21506" creationId="{C4C9F8FC-C8D1-FA04-341A-90F6877ACEE7}"/>
          </ac:picMkLst>
        </pc:picChg>
      </pc:sldChg>
      <pc:sldChg chg="modSp add mod">
        <pc:chgData name="QUESADA CASTILLO RANDALL JOSUE" userId="b29aff0c-7e4a-4e11-b3dc-2798a24f161e" providerId="ADAL" clId="{7F2C15F9-14F4-41C9-A6D2-58022218BE9B}" dt="2026-03-20T17:27:18.515" v="4530" actId="27636"/>
        <pc:sldMkLst>
          <pc:docMk/>
          <pc:sldMk cId="1558388775" sldId="335"/>
        </pc:sldMkLst>
        <pc:spChg chg="mod">
          <ac:chgData name="QUESADA CASTILLO RANDALL JOSUE" userId="b29aff0c-7e4a-4e11-b3dc-2798a24f161e" providerId="ADAL" clId="{7F2C15F9-14F4-41C9-A6D2-58022218BE9B}" dt="2026-03-20T17:27:18.515" v="4530" actId="27636"/>
          <ac:spMkLst>
            <pc:docMk/>
            <pc:sldMk cId="1558388775" sldId="335"/>
            <ac:spMk id="3" creationId="{92034041-0D4D-21FD-9B30-1A8C577CC484}"/>
          </ac:spMkLst>
        </pc:spChg>
        <pc:spChg chg="mod">
          <ac:chgData name="QUESADA CASTILLO RANDALL JOSUE" userId="b29aff0c-7e4a-4e11-b3dc-2798a24f161e" providerId="ADAL" clId="{7F2C15F9-14F4-41C9-A6D2-58022218BE9B}" dt="2026-03-20T17:17:09.349" v="3895" actId="20577"/>
          <ac:spMkLst>
            <pc:docMk/>
            <pc:sldMk cId="1558388775" sldId="335"/>
            <ac:spMk id="6" creationId="{907D3ADC-39A7-8BA9-B8DE-16CBF39EB9B1}"/>
          </ac:spMkLst>
        </pc:spChg>
      </pc:sldChg>
      <pc:sldChg chg="addSp delSp modSp add mod">
        <pc:chgData name="QUESADA CASTILLO RANDALL JOSUE" userId="b29aff0c-7e4a-4e11-b3dc-2798a24f161e" providerId="ADAL" clId="{7F2C15F9-14F4-41C9-A6D2-58022218BE9B}" dt="2026-03-20T17:58:29.307" v="5570" actId="1076"/>
        <pc:sldMkLst>
          <pc:docMk/>
          <pc:sldMk cId="770248985" sldId="336"/>
        </pc:sldMkLst>
        <pc:spChg chg="mod">
          <ac:chgData name="QUESADA CASTILLO RANDALL JOSUE" userId="b29aff0c-7e4a-4e11-b3dc-2798a24f161e" providerId="ADAL" clId="{7F2C15F9-14F4-41C9-A6D2-58022218BE9B}" dt="2026-03-20T17:17:53.127" v="3960" actId="20577"/>
          <ac:spMkLst>
            <pc:docMk/>
            <pc:sldMk cId="770248985" sldId="336"/>
            <ac:spMk id="3" creationId="{C0CC48B0-E2F6-57A2-76D2-47F139F05FDD}"/>
          </ac:spMkLst>
        </pc:spChg>
        <pc:spChg chg="mod">
          <ac:chgData name="QUESADA CASTILLO RANDALL JOSUE" userId="b29aff0c-7e4a-4e11-b3dc-2798a24f161e" providerId="ADAL" clId="{7F2C15F9-14F4-41C9-A6D2-58022218BE9B}" dt="2026-03-20T17:17:31.516" v="3925" actId="313"/>
          <ac:spMkLst>
            <pc:docMk/>
            <pc:sldMk cId="770248985" sldId="336"/>
            <ac:spMk id="6" creationId="{D151FCF0-5819-2058-C059-7B2BF13AF423}"/>
          </ac:spMkLst>
        </pc:spChg>
        <pc:picChg chg="del">
          <ac:chgData name="QUESADA CASTILLO RANDALL JOSUE" userId="b29aff0c-7e4a-4e11-b3dc-2798a24f161e" providerId="ADAL" clId="{7F2C15F9-14F4-41C9-A6D2-58022218BE9B}" dt="2026-03-20T17:58:22.077" v="5564" actId="478"/>
          <ac:picMkLst>
            <pc:docMk/>
            <pc:sldMk cId="770248985" sldId="336"/>
            <ac:picMk id="1040" creationId="{9B84CB53-0158-BCFA-1473-DA4009F30932}"/>
          </ac:picMkLst>
        </pc:picChg>
        <pc:picChg chg="add mod">
          <ac:chgData name="QUESADA CASTILLO RANDALL JOSUE" userId="b29aff0c-7e4a-4e11-b3dc-2798a24f161e" providerId="ADAL" clId="{7F2C15F9-14F4-41C9-A6D2-58022218BE9B}" dt="2026-03-20T17:58:29.307" v="5570" actId="1076"/>
          <ac:picMkLst>
            <pc:docMk/>
            <pc:sldMk cId="770248985" sldId="336"/>
            <ac:picMk id="17410" creationId="{94034899-476F-3C26-AB7C-2E9D7613EB2B}"/>
          </ac:picMkLst>
        </pc:picChg>
      </pc:sldChg>
      <pc:sldChg chg="delSp modSp add mod">
        <pc:chgData name="QUESADA CASTILLO RANDALL JOSUE" userId="b29aff0c-7e4a-4e11-b3dc-2798a24f161e" providerId="ADAL" clId="{7F2C15F9-14F4-41C9-A6D2-58022218BE9B}" dt="2026-03-20T17:58:40.660" v="5573" actId="1076"/>
        <pc:sldMkLst>
          <pc:docMk/>
          <pc:sldMk cId="4194726471" sldId="337"/>
        </pc:sldMkLst>
        <pc:spChg chg="mod">
          <ac:chgData name="QUESADA CASTILLO RANDALL JOSUE" userId="b29aff0c-7e4a-4e11-b3dc-2798a24f161e" providerId="ADAL" clId="{7F2C15F9-14F4-41C9-A6D2-58022218BE9B}" dt="2026-03-20T17:58:40.660" v="5573" actId="1076"/>
          <ac:spMkLst>
            <pc:docMk/>
            <pc:sldMk cId="4194726471" sldId="337"/>
            <ac:spMk id="3" creationId="{C7C5AB4D-D61F-AEFA-2584-2A4384974713}"/>
          </ac:spMkLst>
        </pc:spChg>
        <pc:picChg chg="del">
          <ac:chgData name="QUESADA CASTILLO RANDALL JOSUE" userId="b29aff0c-7e4a-4e11-b3dc-2798a24f161e" providerId="ADAL" clId="{7F2C15F9-14F4-41C9-A6D2-58022218BE9B}" dt="2026-03-20T17:58:34.630" v="5571" actId="478"/>
          <ac:picMkLst>
            <pc:docMk/>
            <pc:sldMk cId="4194726471" sldId="337"/>
            <ac:picMk id="1040" creationId="{14C832C4-FD45-7C45-E886-7907B8E396DE}"/>
          </ac:picMkLst>
        </pc:picChg>
      </pc:sldChg>
      <pc:sldChg chg="delSp modSp add mod">
        <pc:chgData name="QUESADA CASTILLO RANDALL JOSUE" userId="b29aff0c-7e4a-4e11-b3dc-2798a24f161e" providerId="ADAL" clId="{7F2C15F9-14F4-41C9-A6D2-58022218BE9B}" dt="2026-03-20T17:58:46.382" v="5576" actId="1076"/>
        <pc:sldMkLst>
          <pc:docMk/>
          <pc:sldMk cId="1884881557" sldId="338"/>
        </pc:sldMkLst>
        <pc:spChg chg="mod">
          <ac:chgData name="QUESADA CASTILLO RANDALL JOSUE" userId="b29aff0c-7e4a-4e11-b3dc-2798a24f161e" providerId="ADAL" clId="{7F2C15F9-14F4-41C9-A6D2-58022218BE9B}" dt="2026-03-20T17:58:46.382" v="5576" actId="1076"/>
          <ac:spMkLst>
            <pc:docMk/>
            <pc:sldMk cId="1884881557" sldId="338"/>
            <ac:spMk id="3" creationId="{F19E5A35-53F0-0261-E5BE-6574D6150D43}"/>
          </ac:spMkLst>
        </pc:spChg>
        <pc:picChg chg="del">
          <ac:chgData name="QUESADA CASTILLO RANDALL JOSUE" userId="b29aff0c-7e4a-4e11-b3dc-2798a24f161e" providerId="ADAL" clId="{7F2C15F9-14F4-41C9-A6D2-58022218BE9B}" dt="2026-03-20T17:58:42.709" v="5574" actId="478"/>
          <ac:picMkLst>
            <pc:docMk/>
            <pc:sldMk cId="1884881557" sldId="338"/>
            <ac:picMk id="1040" creationId="{DCB7BB94-E19A-F14A-F0BF-334C204CDC48}"/>
          </ac:picMkLst>
        </pc:picChg>
      </pc:sldChg>
      <pc:sldChg chg="addSp delSp modSp add mod">
        <pc:chgData name="QUESADA CASTILLO RANDALL JOSUE" userId="b29aff0c-7e4a-4e11-b3dc-2798a24f161e" providerId="ADAL" clId="{7F2C15F9-14F4-41C9-A6D2-58022218BE9B}" dt="2026-03-20T17:58:57.056" v="5579" actId="1076"/>
        <pc:sldMkLst>
          <pc:docMk/>
          <pc:sldMk cId="2304586049" sldId="339"/>
        </pc:sldMkLst>
        <pc:spChg chg="add">
          <ac:chgData name="QUESADA CASTILLO RANDALL JOSUE" userId="b29aff0c-7e4a-4e11-b3dc-2798a24f161e" providerId="ADAL" clId="{7F2C15F9-14F4-41C9-A6D2-58022218BE9B}" dt="2026-03-20T17:20:07.205" v="4110"/>
          <ac:spMkLst>
            <pc:docMk/>
            <pc:sldMk cId="2304586049" sldId="339"/>
            <ac:spMk id="2" creationId="{EEE278A1-7DDE-5CFB-FA18-1755B4FAC1E0}"/>
          </ac:spMkLst>
        </pc:spChg>
        <pc:spChg chg="mod">
          <ac:chgData name="QUESADA CASTILLO RANDALL JOSUE" userId="b29aff0c-7e4a-4e11-b3dc-2798a24f161e" providerId="ADAL" clId="{7F2C15F9-14F4-41C9-A6D2-58022218BE9B}" dt="2026-03-20T17:20:26.542" v="4214" actId="20577"/>
          <ac:spMkLst>
            <pc:docMk/>
            <pc:sldMk cId="2304586049" sldId="339"/>
            <ac:spMk id="3" creationId="{13AF4440-DAEA-8415-53C8-33438D403562}"/>
          </ac:spMkLst>
        </pc:spChg>
        <pc:spChg chg="add">
          <ac:chgData name="QUESADA CASTILLO RANDALL JOSUE" userId="b29aff0c-7e4a-4e11-b3dc-2798a24f161e" providerId="ADAL" clId="{7F2C15F9-14F4-41C9-A6D2-58022218BE9B}" dt="2026-03-20T17:20:09.491" v="4111"/>
          <ac:spMkLst>
            <pc:docMk/>
            <pc:sldMk cId="2304586049" sldId="339"/>
            <ac:spMk id="4" creationId="{A4EB4A3F-1CD9-C113-ECC7-FAA821D5198A}"/>
          </ac:spMkLst>
        </pc:spChg>
        <pc:picChg chg="del">
          <ac:chgData name="QUESADA CASTILLO RANDALL JOSUE" userId="b29aff0c-7e4a-4e11-b3dc-2798a24f161e" providerId="ADAL" clId="{7F2C15F9-14F4-41C9-A6D2-58022218BE9B}" dt="2026-03-20T17:58:50.447" v="5577" actId="478"/>
          <ac:picMkLst>
            <pc:docMk/>
            <pc:sldMk cId="2304586049" sldId="339"/>
            <ac:picMk id="1040" creationId="{7EB7D5D2-B24B-DE0C-91FA-08F7234584E1}"/>
          </ac:picMkLst>
        </pc:picChg>
        <pc:picChg chg="add mod">
          <ac:chgData name="QUESADA CASTILLO RANDALL JOSUE" userId="b29aff0c-7e4a-4e11-b3dc-2798a24f161e" providerId="ADAL" clId="{7F2C15F9-14F4-41C9-A6D2-58022218BE9B}" dt="2026-03-20T17:58:57.056" v="5579" actId="1076"/>
          <ac:picMkLst>
            <pc:docMk/>
            <pc:sldMk cId="2304586049" sldId="339"/>
            <ac:picMk id="2052" creationId="{08FD7FF3-8D3D-0BE0-CC0A-D3C34D01D255}"/>
          </ac:picMkLst>
        </pc:picChg>
      </pc:sldChg>
      <pc:sldChg chg="delSp modSp add mod">
        <pc:chgData name="QUESADA CASTILLO RANDALL JOSUE" userId="b29aff0c-7e4a-4e11-b3dc-2798a24f161e" providerId="ADAL" clId="{7F2C15F9-14F4-41C9-A6D2-58022218BE9B}" dt="2026-03-20T17:59:14.666" v="5588" actId="1076"/>
        <pc:sldMkLst>
          <pc:docMk/>
          <pc:sldMk cId="1074066710" sldId="340"/>
        </pc:sldMkLst>
        <pc:spChg chg="mod">
          <ac:chgData name="QUESADA CASTILLO RANDALL JOSUE" userId="b29aff0c-7e4a-4e11-b3dc-2798a24f161e" providerId="ADAL" clId="{7F2C15F9-14F4-41C9-A6D2-58022218BE9B}" dt="2026-03-20T17:59:14.666" v="5588" actId="1076"/>
          <ac:spMkLst>
            <pc:docMk/>
            <pc:sldMk cId="1074066710" sldId="340"/>
            <ac:spMk id="3" creationId="{A1A1C48B-74CC-1F33-E9C4-D9D73C966CAA}"/>
          </ac:spMkLst>
        </pc:spChg>
        <pc:picChg chg="del">
          <ac:chgData name="QUESADA CASTILLO RANDALL JOSUE" userId="b29aff0c-7e4a-4e11-b3dc-2798a24f161e" providerId="ADAL" clId="{7F2C15F9-14F4-41C9-A6D2-58022218BE9B}" dt="2026-03-20T17:59:01.965" v="5580" actId="478"/>
          <ac:picMkLst>
            <pc:docMk/>
            <pc:sldMk cId="1074066710" sldId="340"/>
            <ac:picMk id="1040" creationId="{F3E182DC-06DD-DAB1-6E85-F16E34A5895D}"/>
          </ac:picMkLst>
        </pc:picChg>
      </pc:sldChg>
      <pc:sldChg chg="addSp delSp modSp add mod">
        <pc:chgData name="QUESADA CASTILLO RANDALL JOSUE" userId="b29aff0c-7e4a-4e11-b3dc-2798a24f161e" providerId="ADAL" clId="{7F2C15F9-14F4-41C9-A6D2-58022218BE9B}" dt="2026-03-20T17:59:23.563" v="5591" actId="1076"/>
        <pc:sldMkLst>
          <pc:docMk/>
          <pc:sldMk cId="2317003868" sldId="341"/>
        </pc:sldMkLst>
        <pc:spChg chg="mod">
          <ac:chgData name="QUESADA CASTILLO RANDALL JOSUE" userId="b29aff0c-7e4a-4e11-b3dc-2798a24f161e" providerId="ADAL" clId="{7F2C15F9-14F4-41C9-A6D2-58022218BE9B}" dt="2026-03-20T17:59:23.563" v="5591" actId="1076"/>
          <ac:spMkLst>
            <pc:docMk/>
            <pc:sldMk cId="2317003868" sldId="341"/>
            <ac:spMk id="3" creationId="{5F9C2155-A833-123C-82D7-C35D0530781B}"/>
          </ac:spMkLst>
        </pc:spChg>
        <pc:picChg chg="add del">
          <ac:chgData name="QUESADA CASTILLO RANDALL JOSUE" userId="b29aff0c-7e4a-4e11-b3dc-2798a24f161e" providerId="ADAL" clId="{7F2C15F9-14F4-41C9-A6D2-58022218BE9B}" dt="2026-03-20T17:59:19.861" v="5589" actId="478"/>
          <ac:picMkLst>
            <pc:docMk/>
            <pc:sldMk cId="2317003868" sldId="341"/>
            <ac:picMk id="1040" creationId="{F12A4CA0-5F94-7D83-C228-63C1B787CB3E}"/>
          </ac:picMkLst>
        </pc:picChg>
      </pc:sldChg>
      <pc:sldChg chg="delSp modSp add mod">
        <pc:chgData name="QUESADA CASTILLO RANDALL JOSUE" userId="b29aff0c-7e4a-4e11-b3dc-2798a24f161e" providerId="ADAL" clId="{7F2C15F9-14F4-41C9-A6D2-58022218BE9B}" dt="2026-03-20T17:59:34.232" v="5598" actId="123"/>
        <pc:sldMkLst>
          <pc:docMk/>
          <pc:sldMk cId="3318821283" sldId="342"/>
        </pc:sldMkLst>
        <pc:spChg chg="mod">
          <ac:chgData name="QUESADA CASTILLO RANDALL JOSUE" userId="b29aff0c-7e4a-4e11-b3dc-2798a24f161e" providerId="ADAL" clId="{7F2C15F9-14F4-41C9-A6D2-58022218BE9B}" dt="2026-03-20T17:59:34.232" v="5598" actId="123"/>
          <ac:spMkLst>
            <pc:docMk/>
            <pc:sldMk cId="3318821283" sldId="342"/>
            <ac:spMk id="3" creationId="{1E8AD22B-F552-F024-8CC1-1F5EC7C1EDED}"/>
          </ac:spMkLst>
        </pc:spChg>
        <pc:picChg chg="del">
          <ac:chgData name="QUESADA CASTILLO RANDALL JOSUE" userId="b29aff0c-7e4a-4e11-b3dc-2798a24f161e" providerId="ADAL" clId="{7F2C15F9-14F4-41C9-A6D2-58022218BE9B}" dt="2026-03-20T17:59:26.178" v="5592" actId="478"/>
          <ac:picMkLst>
            <pc:docMk/>
            <pc:sldMk cId="3318821283" sldId="342"/>
            <ac:picMk id="1040" creationId="{DB360865-52D3-7732-3080-D4757C7C7391}"/>
          </ac:picMkLst>
        </pc:picChg>
      </pc:sldChg>
      <pc:sldChg chg="modSp add mod">
        <pc:chgData name="QUESADA CASTILLO RANDALL JOSUE" userId="b29aff0c-7e4a-4e11-b3dc-2798a24f161e" providerId="ADAL" clId="{7F2C15F9-14F4-41C9-A6D2-58022218BE9B}" dt="2026-03-20T17:27:53.118" v="4537" actId="12"/>
        <pc:sldMkLst>
          <pc:docMk/>
          <pc:sldMk cId="3538680302" sldId="343"/>
        </pc:sldMkLst>
        <pc:spChg chg="mod">
          <ac:chgData name="QUESADA CASTILLO RANDALL JOSUE" userId="b29aff0c-7e4a-4e11-b3dc-2798a24f161e" providerId="ADAL" clId="{7F2C15F9-14F4-41C9-A6D2-58022218BE9B}" dt="2026-03-20T17:27:53.118" v="4537" actId="12"/>
          <ac:spMkLst>
            <pc:docMk/>
            <pc:sldMk cId="3538680302" sldId="343"/>
            <ac:spMk id="3" creationId="{1DACFA76-D336-218D-099B-1032FE3537F5}"/>
          </ac:spMkLst>
        </pc:spChg>
      </pc:sldChg>
      <pc:sldChg chg="modSp add mod">
        <pc:chgData name="QUESADA CASTILLO RANDALL JOSUE" userId="b29aff0c-7e4a-4e11-b3dc-2798a24f161e" providerId="ADAL" clId="{7F2C15F9-14F4-41C9-A6D2-58022218BE9B}" dt="2026-03-20T17:28:15.881" v="4545" actId="12"/>
        <pc:sldMkLst>
          <pc:docMk/>
          <pc:sldMk cId="382697829" sldId="344"/>
        </pc:sldMkLst>
        <pc:spChg chg="mod">
          <ac:chgData name="QUESADA CASTILLO RANDALL JOSUE" userId="b29aff0c-7e4a-4e11-b3dc-2798a24f161e" providerId="ADAL" clId="{7F2C15F9-14F4-41C9-A6D2-58022218BE9B}" dt="2026-03-20T17:28:15.881" v="4545" actId="12"/>
          <ac:spMkLst>
            <pc:docMk/>
            <pc:sldMk cId="382697829" sldId="344"/>
            <ac:spMk id="3" creationId="{6FB9DF1E-728B-81F5-0A5A-B1FFCA0EB1C8}"/>
          </ac:spMkLst>
        </pc:spChg>
      </pc:sldChg>
      <pc:sldChg chg="modSp add mod">
        <pc:chgData name="QUESADA CASTILLO RANDALL JOSUE" userId="b29aff0c-7e4a-4e11-b3dc-2798a24f161e" providerId="ADAL" clId="{7F2C15F9-14F4-41C9-A6D2-58022218BE9B}" dt="2026-03-20T17:28:33.850" v="4548" actId="12"/>
        <pc:sldMkLst>
          <pc:docMk/>
          <pc:sldMk cId="3982919499" sldId="345"/>
        </pc:sldMkLst>
        <pc:spChg chg="mod">
          <ac:chgData name="QUESADA CASTILLO RANDALL JOSUE" userId="b29aff0c-7e4a-4e11-b3dc-2798a24f161e" providerId="ADAL" clId="{7F2C15F9-14F4-41C9-A6D2-58022218BE9B}" dt="2026-03-20T17:28:33.850" v="4548" actId="12"/>
          <ac:spMkLst>
            <pc:docMk/>
            <pc:sldMk cId="3982919499" sldId="345"/>
            <ac:spMk id="3" creationId="{6E7D574A-F3A2-82D3-52B6-D161A5174F1D}"/>
          </ac:spMkLst>
        </pc:spChg>
      </pc:sldChg>
      <pc:sldChg chg="modSp add mod">
        <pc:chgData name="QUESADA CASTILLO RANDALL JOSUE" userId="b29aff0c-7e4a-4e11-b3dc-2798a24f161e" providerId="ADAL" clId="{7F2C15F9-14F4-41C9-A6D2-58022218BE9B}" dt="2026-03-20T17:29:06.725" v="4557" actId="12"/>
        <pc:sldMkLst>
          <pc:docMk/>
          <pc:sldMk cId="2029029986" sldId="346"/>
        </pc:sldMkLst>
        <pc:spChg chg="mod">
          <ac:chgData name="QUESADA CASTILLO RANDALL JOSUE" userId="b29aff0c-7e4a-4e11-b3dc-2798a24f161e" providerId="ADAL" clId="{7F2C15F9-14F4-41C9-A6D2-58022218BE9B}" dt="2026-03-20T17:29:06.725" v="4557" actId="12"/>
          <ac:spMkLst>
            <pc:docMk/>
            <pc:sldMk cId="2029029986" sldId="346"/>
            <ac:spMk id="3" creationId="{ED7D9523-EEFD-6D85-ED07-2210D50C82CD}"/>
          </ac:spMkLst>
        </pc:spChg>
        <pc:spChg chg="mod">
          <ac:chgData name="QUESADA CASTILLO RANDALL JOSUE" userId="b29aff0c-7e4a-4e11-b3dc-2798a24f161e" providerId="ADAL" clId="{7F2C15F9-14F4-41C9-A6D2-58022218BE9B}" dt="2026-03-20T17:28:48.697" v="4551" actId="255"/>
          <ac:spMkLst>
            <pc:docMk/>
            <pc:sldMk cId="2029029986" sldId="346"/>
            <ac:spMk id="6" creationId="{289B3989-E210-5A41-7CB4-5904AC232A64}"/>
          </ac:spMkLst>
        </pc:spChg>
      </pc:sldChg>
      <pc:sldChg chg="addSp modSp add mod">
        <pc:chgData name="QUESADA CASTILLO RANDALL JOSUE" userId="b29aff0c-7e4a-4e11-b3dc-2798a24f161e" providerId="ADAL" clId="{7F2C15F9-14F4-41C9-A6D2-58022218BE9B}" dt="2026-03-20T18:04:56.741" v="5632" actId="1076"/>
        <pc:sldMkLst>
          <pc:docMk/>
          <pc:sldMk cId="1504765599" sldId="347"/>
        </pc:sldMkLst>
        <pc:spChg chg="mod">
          <ac:chgData name="QUESADA CASTILLO RANDALL JOSUE" userId="b29aff0c-7e4a-4e11-b3dc-2798a24f161e" providerId="ADAL" clId="{7F2C15F9-14F4-41C9-A6D2-58022218BE9B}" dt="2026-03-20T17:29:27.302" v="4566" actId="12"/>
          <ac:spMkLst>
            <pc:docMk/>
            <pc:sldMk cId="1504765599" sldId="347"/>
            <ac:spMk id="3" creationId="{446E9CA4-23A5-0625-2C98-7E0F80B1E2D7}"/>
          </ac:spMkLst>
        </pc:spChg>
        <pc:picChg chg="add mod">
          <ac:chgData name="QUESADA CASTILLO RANDALL JOSUE" userId="b29aff0c-7e4a-4e11-b3dc-2798a24f161e" providerId="ADAL" clId="{7F2C15F9-14F4-41C9-A6D2-58022218BE9B}" dt="2026-03-20T18:04:56.741" v="5632" actId="1076"/>
          <ac:picMkLst>
            <pc:docMk/>
            <pc:sldMk cId="1504765599" sldId="347"/>
            <ac:picMk id="22530" creationId="{F5B3A6BB-EAA4-3122-0C37-F9804E68E939}"/>
          </ac:picMkLst>
        </pc:picChg>
      </pc:sldChg>
      <pc:sldChg chg="modSp add mod">
        <pc:chgData name="QUESADA CASTILLO RANDALL JOSUE" userId="b29aff0c-7e4a-4e11-b3dc-2798a24f161e" providerId="ADAL" clId="{7F2C15F9-14F4-41C9-A6D2-58022218BE9B}" dt="2026-03-20T17:29:56.491" v="4575" actId="12"/>
        <pc:sldMkLst>
          <pc:docMk/>
          <pc:sldMk cId="2315358264" sldId="348"/>
        </pc:sldMkLst>
        <pc:spChg chg="mod">
          <ac:chgData name="QUESADA CASTILLO RANDALL JOSUE" userId="b29aff0c-7e4a-4e11-b3dc-2798a24f161e" providerId="ADAL" clId="{7F2C15F9-14F4-41C9-A6D2-58022218BE9B}" dt="2026-03-20T17:29:56.491" v="4575" actId="12"/>
          <ac:spMkLst>
            <pc:docMk/>
            <pc:sldMk cId="2315358264" sldId="348"/>
            <ac:spMk id="3" creationId="{0586196E-B256-56AB-6546-60A9B2D7AE2E}"/>
          </ac:spMkLst>
        </pc:spChg>
      </pc:sldChg>
      <pc:sldChg chg="modSp add mod">
        <pc:chgData name="QUESADA CASTILLO RANDALL JOSUE" userId="b29aff0c-7e4a-4e11-b3dc-2798a24f161e" providerId="ADAL" clId="{7F2C15F9-14F4-41C9-A6D2-58022218BE9B}" dt="2026-03-20T17:30:16.292" v="4584" actId="12"/>
        <pc:sldMkLst>
          <pc:docMk/>
          <pc:sldMk cId="326714196" sldId="349"/>
        </pc:sldMkLst>
        <pc:spChg chg="mod">
          <ac:chgData name="QUESADA CASTILLO RANDALL JOSUE" userId="b29aff0c-7e4a-4e11-b3dc-2798a24f161e" providerId="ADAL" clId="{7F2C15F9-14F4-41C9-A6D2-58022218BE9B}" dt="2026-03-20T17:30:16.292" v="4584" actId="12"/>
          <ac:spMkLst>
            <pc:docMk/>
            <pc:sldMk cId="326714196" sldId="349"/>
            <ac:spMk id="3" creationId="{129FBFB9-1ECA-6B15-ABC6-D2C087DFE1C6}"/>
          </ac:spMkLst>
        </pc:spChg>
      </pc:sldChg>
      <pc:sldChg chg="modSp add mod">
        <pc:chgData name="QUESADA CASTILLO RANDALL JOSUE" userId="b29aff0c-7e4a-4e11-b3dc-2798a24f161e" providerId="ADAL" clId="{7F2C15F9-14F4-41C9-A6D2-58022218BE9B}" dt="2026-03-20T17:30:46.846" v="4599" actId="12"/>
        <pc:sldMkLst>
          <pc:docMk/>
          <pc:sldMk cId="1994136278" sldId="350"/>
        </pc:sldMkLst>
        <pc:spChg chg="mod">
          <ac:chgData name="QUESADA CASTILLO RANDALL JOSUE" userId="b29aff0c-7e4a-4e11-b3dc-2798a24f161e" providerId="ADAL" clId="{7F2C15F9-14F4-41C9-A6D2-58022218BE9B}" dt="2026-03-20T17:30:46.846" v="4599" actId="12"/>
          <ac:spMkLst>
            <pc:docMk/>
            <pc:sldMk cId="1994136278" sldId="350"/>
            <ac:spMk id="3" creationId="{021670BD-AD17-C933-EB61-090F5AC84677}"/>
          </ac:spMkLst>
        </pc:spChg>
      </pc:sldChg>
      <pc:sldChg chg="modSp add mod">
        <pc:chgData name="QUESADA CASTILLO RANDALL JOSUE" userId="b29aff0c-7e4a-4e11-b3dc-2798a24f161e" providerId="ADAL" clId="{7F2C15F9-14F4-41C9-A6D2-58022218BE9B}" dt="2026-03-20T17:31:08.922" v="4608" actId="12"/>
        <pc:sldMkLst>
          <pc:docMk/>
          <pc:sldMk cId="1025645493" sldId="351"/>
        </pc:sldMkLst>
        <pc:spChg chg="mod">
          <ac:chgData name="QUESADA CASTILLO RANDALL JOSUE" userId="b29aff0c-7e4a-4e11-b3dc-2798a24f161e" providerId="ADAL" clId="{7F2C15F9-14F4-41C9-A6D2-58022218BE9B}" dt="2026-03-20T17:31:08.922" v="4608" actId="12"/>
          <ac:spMkLst>
            <pc:docMk/>
            <pc:sldMk cId="1025645493" sldId="351"/>
            <ac:spMk id="3" creationId="{2DB40379-162B-4C60-95C6-CE2CAAE91607}"/>
          </ac:spMkLst>
        </pc:spChg>
      </pc:sldChg>
      <pc:sldChg chg="modSp add mod">
        <pc:chgData name="QUESADA CASTILLO RANDALL JOSUE" userId="b29aff0c-7e4a-4e11-b3dc-2798a24f161e" providerId="ADAL" clId="{7F2C15F9-14F4-41C9-A6D2-58022218BE9B}" dt="2026-03-20T17:31:26.094" v="4611" actId="27636"/>
        <pc:sldMkLst>
          <pc:docMk/>
          <pc:sldMk cId="2567402115" sldId="352"/>
        </pc:sldMkLst>
        <pc:spChg chg="mod">
          <ac:chgData name="QUESADA CASTILLO RANDALL JOSUE" userId="b29aff0c-7e4a-4e11-b3dc-2798a24f161e" providerId="ADAL" clId="{7F2C15F9-14F4-41C9-A6D2-58022218BE9B}" dt="2026-03-20T17:31:26.094" v="4611" actId="27636"/>
          <ac:spMkLst>
            <pc:docMk/>
            <pc:sldMk cId="2567402115" sldId="352"/>
            <ac:spMk id="3" creationId="{CD9810BA-FAA4-A2B1-0B43-C0383356DD20}"/>
          </ac:spMkLst>
        </pc:spChg>
      </pc:sldChg>
      <pc:sldChg chg="modSp add mod">
        <pc:chgData name="QUESADA CASTILLO RANDALL JOSUE" userId="b29aff0c-7e4a-4e11-b3dc-2798a24f161e" providerId="ADAL" clId="{7F2C15F9-14F4-41C9-A6D2-58022218BE9B}" dt="2026-03-20T17:32:14.523" v="4627" actId="27636"/>
        <pc:sldMkLst>
          <pc:docMk/>
          <pc:sldMk cId="3226480656" sldId="353"/>
        </pc:sldMkLst>
        <pc:spChg chg="mod">
          <ac:chgData name="QUESADA CASTILLO RANDALL JOSUE" userId="b29aff0c-7e4a-4e11-b3dc-2798a24f161e" providerId="ADAL" clId="{7F2C15F9-14F4-41C9-A6D2-58022218BE9B}" dt="2026-03-20T17:32:14.523" v="4627" actId="27636"/>
          <ac:spMkLst>
            <pc:docMk/>
            <pc:sldMk cId="3226480656" sldId="353"/>
            <ac:spMk id="3" creationId="{C169706F-8F58-41D9-5EBE-36776B678833}"/>
          </ac:spMkLst>
        </pc:spChg>
        <pc:spChg chg="mod">
          <ac:chgData name="QUESADA CASTILLO RANDALL JOSUE" userId="b29aff0c-7e4a-4e11-b3dc-2798a24f161e" providerId="ADAL" clId="{7F2C15F9-14F4-41C9-A6D2-58022218BE9B}" dt="2026-03-20T17:31:53.680" v="4625" actId="20577"/>
          <ac:spMkLst>
            <pc:docMk/>
            <pc:sldMk cId="3226480656" sldId="353"/>
            <ac:spMk id="6" creationId="{4F99A5A0-44FF-8C26-5D2B-85AC2AC4C40B}"/>
          </ac:spMkLst>
        </pc:spChg>
      </pc:sldChg>
      <pc:sldChg chg="addSp delSp modSp add mod">
        <pc:chgData name="QUESADA CASTILLO RANDALL JOSUE" userId="b29aff0c-7e4a-4e11-b3dc-2798a24f161e" providerId="ADAL" clId="{7F2C15F9-14F4-41C9-A6D2-58022218BE9B}" dt="2026-03-20T17:37:52.626" v="4682"/>
        <pc:sldMkLst>
          <pc:docMk/>
          <pc:sldMk cId="1324951660" sldId="354"/>
        </pc:sldMkLst>
        <pc:spChg chg="del mod">
          <ac:chgData name="QUESADA CASTILLO RANDALL JOSUE" userId="b29aff0c-7e4a-4e11-b3dc-2798a24f161e" providerId="ADAL" clId="{7F2C15F9-14F4-41C9-A6D2-58022218BE9B}" dt="2026-03-20T17:37:41.059" v="4679" actId="478"/>
          <ac:spMkLst>
            <pc:docMk/>
            <pc:sldMk cId="1324951660" sldId="354"/>
            <ac:spMk id="3" creationId="{60F1E68B-8245-AB8D-95C2-086FEB1E84B4}"/>
          </ac:spMkLst>
        </pc:spChg>
        <pc:spChg chg="add del mod">
          <ac:chgData name="QUESADA CASTILLO RANDALL JOSUE" userId="b29aff0c-7e4a-4e11-b3dc-2798a24f161e" providerId="ADAL" clId="{7F2C15F9-14F4-41C9-A6D2-58022218BE9B}" dt="2026-03-20T17:37:42.590" v="4680" actId="478"/>
          <ac:spMkLst>
            <pc:docMk/>
            <pc:sldMk cId="1324951660" sldId="354"/>
            <ac:spMk id="4" creationId="{CAB4F326-E1B7-8E86-7801-36C28E2CC6A8}"/>
          </ac:spMkLst>
        </pc:spChg>
        <pc:graphicFrameChg chg="add mod">
          <ac:chgData name="QUESADA CASTILLO RANDALL JOSUE" userId="b29aff0c-7e4a-4e11-b3dc-2798a24f161e" providerId="ADAL" clId="{7F2C15F9-14F4-41C9-A6D2-58022218BE9B}" dt="2026-03-20T17:37:52.626" v="4682"/>
          <ac:graphicFrameMkLst>
            <pc:docMk/>
            <pc:sldMk cId="1324951660" sldId="354"/>
            <ac:graphicFrameMk id="5" creationId="{CDDA0A4B-016A-2ED3-CD86-7F05D8085D05}"/>
          </ac:graphicFrameMkLst>
        </pc:graphicFrameChg>
      </pc:sldChg>
      <pc:sldChg chg="add del">
        <pc:chgData name="QUESADA CASTILLO RANDALL JOSUE" userId="b29aff0c-7e4a-4e11-b3dc-2798a24f161e" providerId="ADAL" clId="{7F2C15F9-14F4-41C9-A6D2-58022218BE9B}" dt="2026-03-20T17:37:23.670" v="4631"/>
        <pc:sldMkLst>
          <pc:docMk/>
          <pc:sldMk cId="2303832506" sldId="354"/>
        </pc:sldMkLst>
      </pc:sldChg>
      <pc:sldChg chg="addSp delSp modSp add mod">
        <pc:chgData name="QUESADA CASTILLO RANDALL JOSUE" userId="b29aff0c-7e4a-4e11-b3dc-2798a24f161e" providerId="ADAL" clId="{7F2C15F9-14F4-41C9-A6D2-58022218BE9B}" dt="2026-03-20T17:52:32.371" v="5460" actId="478"/>
        <pc:sldMkLst>
          <pc:docMk/>
          <pc:sldMk cId="2444118942" sldId="355"/>
        </pc:sldMkLst>
        <pc:spChg chg="mod">
          <ac:chgData name="QUESADA CASTILLO RANDALL JOSUE" userId="b29aff0c-7e4a-4e11-b3dc-2798a24f161e" providerId="ADAL" clId="{7F2C15F9-14F4-41C9-A6D2-58022218BE9B}" dt="2026-03-20T17:50:47.623" v="5401" actId="1076"/>
          <ac:spMkLst>
            <pc:docMk/>
            <pc:sldMk cId="2444118942" sldId="355"/>
            <ac:spMk id="3" creationId="{11D2D125-F310-B82A-FF27-3D0A939E2B70}"/>
          </ac:spMkLst>
        </pc:spChg>
        <pc:spChg chg="mod">
          <ac:chgData name="QUESADA CASTILLO RANDALL JOSUE" userId="b29aff0c-7e4a-4e11-b3dc-2798a24f161e" providerId="ADAL" clId="{7F2C15F9-14F4-41C9-A6D2-58022218BE9B}" dt="2026-03-20T17:50:44.448" v="5399" actId="1076"/>
          <ac:spMkLst>
            <pc:docMk/>
            <pc:sldMk cId="2444118942" sldId="355"/>
            <ac:spMk id="6" creationId="{B3D36806-E807-1388-BA60-A49D104D2AEB}"/>
          </ac:spMkLst>
        </pc:spChg>
        <pc:picChg chg="add del mod">
          <ac:chgData name="QUESADA CASTILLO RANDALL JOSUE" userId="b29aff0c-7e4a-4e11-b3dc-2798a24f161e" providerId="ADAL" clId="{7F2C15F9-14F4-41C9-A6D2-58022218BE9B}" dt="2026-03-20T17:52:32.371" v="5460" actId="478"/>
          <ac:picMkLst>
            <pc:docMk/>
            <pc:sldMk cId="2444118942" sldId="355"/>
            <ac:picMk id="1028" creationId="{DAAB24E0-7F20-076F-5B59-B4245FC2F268}"/>
          </ac:picMkLst>
        </pc:picChg>
      </pc:sldChg>
      <pc:sldChg chg="addSp delSp modSp add mod">
        <pc:chgData name="QUESADA CASTILLO RANDALL JOSUE" userId="b29aff0c-7e4a-4e11-b3dc-2798a24f161e" providerId="ADAL" clId="{7F2C15F9-14F4-41C9-A6D2-58022218BE9B}" dt="2026-03-20T17:44:02.714" v="4975" actId="1076"/>
        <pc:sldMkLst>
          <pc:docMk/>
          <pc:sldMk cId="3104449200" sldId="356"/>
        </pc:sldMkLst>
        <pc:spChg chg="mod">
          <ac:chgData name="QUESADA CASTILLO RANDALL JOSUE" userId="b29aff0c-7e4a-4e11-b3dc-2798a24f161e" providerId="ADAL" clId="{7F2C15F9-14F4-41C9-A6D2-58022218BE9B}" dt="2026-03-20T17:43:40.012" v="4971" actId="20577"/>
          <ac:spMkLst>
            <pc:docMk/>
            <pc:sldMk cId="3104449200" sldId="356"/>
            <ac:spMk id="3" creationId="{386B9367-B177-5743-4539-053305881E49}"/>
          </ac:spMkLst>
        </pc:spChg>
        <pc:picChg chg="del">
          <ac:chgData name="QUESADA CASTILLO RANDALL JOSUE" userId="b29aff0c-7e4a-4e11-b3dc-2798a24f161e" providerId="ADAL" clId="{7F2C15F9-14F4-41C9-A6D2-58022218BE9B}" dt="2026-03-20T17:43:42.868" v="4972" actId="478"/>
          <ac:picMkLst>
            <pc:docMk/>
            <pc:sldMk cId="3104449200" sldId="356"/>
            <ac:picMk id="1034" creationId="{75A41973-FEA3-C664-6395-BA0B05D5FEDA}"/>
          </ac:picMkLst>
        </pc:picChg>
        <pc:picChg chg="add mod">
          <ac:chgData name="QUESADA CASTILLO RANDALL JOSUE" userId="b29aff0c-7e4a-4e11-b3dc-2798a24f161e" providerId="ADAL" clId="{7F2C15F9-14F4-41C9-A6D2-58022218BE9B}" dt="2026-03-20T17:44:02.714" v="4975" actId="1076"/>
          <ac:picMkLst>
            <pc:docMk/>
            <pc:sldMk cId="3104449200" sldId="356"/>
            <ac:picMk id="8194" creationId="{D01CB00B-A09B-8284-A944-0DC79E765A5C}"/>
          </ac:picMkLst>
        </pc:picChg>
      </pc:sldChg>
      <pc:sldChg chg="addSp delSp modSp add mod">
        <pc:chgData name="QUESADA CASTILLO RANDALL JOSUE" userId="b29aff0c-7e4a-4e11-b3dc-2798a24f161e" providerId="ADAL" clId="{7F2C15F9-14F4-41C9-A6D2-58022218BE9B}" dt="2026-03-20T17:44:58.308" v="5126" actId="1076"/>
        <pc:sldMkLst>
          <pc:docMk/>
          <pc:sldMk cId="535911360" sldId="357"/>
        </pc:sldMkLst>
        <pc:spChg chg="mod">
          <ac:chgData name="QUESADA CASTILLO RANDALL JOSUE" userId="b29aff0c-7e4a-4e11-b3dc-2798a24f161e" providerId="ADAL" clId="{7F2C15F9-14F4-41C9-A6D2-58022218BE9B}" dt="2026-03-20T17:44:41.589" v="5122" actId="20577"/>
          <ac:spMkLst>
            <pc:docMk/>
            <pc:sldMk cId="535911360" sldId="357"/>
            <ac:spMk id="3" creationId="{E464D369-8D09-D80F-FA99-01F83217990C}"/>
          </ac:spMkLst>
        </pc:spChg>
        <pc:picChg chg="del">
          <ac:chgData name="QUESADA CASTILLO RANDALL JOSUE" userId="b29aff0c-7e4a-4e11-b3dc-2798a24f161e" providerId="ADAL" clId="{7F2C15F9-14F4-41C9-A6D2-58022218BE9B}" dt="2026-03-20T17:44:43.775" v="5123" actId="478"/>
          <ac:picMkLst>
            <pc:docMk/>
            <pc:sldMk cId="535911360" sldId="357"/>
            <ac:picMk id="8194" creationId="{6DF48F84-7DC1-2D93-91BD-B29BF6B6F507}"/>
          </ac:picMkLst>
        </pc:picChg>
        <pc:picChg chg="add mod">
          <ac:chgData name="QUESADA CASTILLO RANDALL JOSUE" userId="b29aff0c-7e4a-4e11-b3dc-2798a24f161e" providerId="ADAL" clId="{7F2C15F9-14F4-41C9-A6D2-58022218BE9B}" dt="2026-03-20T17:44:58.308" v="5126" actId="1076"/>
          <ac:picMkLst>
            <pc:docMk/>
            <pc:sldMk cId="535911360" sldId="357"/>
            <ac:picMk id="9218" creationId="{CA3BDA06-F050-3E9E-AC63-0E419EE9F952}"/>
          </ac:picMkLst>
        </pc:picChg>
      </pc:sldChg>
      <pc:sldChg chg="addSp delSp modSp add mod">
        <pc:chgData name="QUESADA CASTILLO RANDALL JOSUE" userId="b29aff0c-7e4a-4e11-b3dc-2798a24f161e" providerId="ADAL" clId="{7F2C15F9-14F4-41C9-A6D2-58022218BE9B}" dt="2026-03-20T17:48:31.154" v="5382" actId="255"/>
        <pc:sldMkLst>
          <pc:docMk/>
          <pc:sldMk cId="273960339" sldId="358"/>
        </pc:sldMkLst>
        <pc:spChg chg="mod">
          <ac:chgData name="QUESADA CASTILLO RANDALL JOSUE" userId="b29aff0c-7e4a-4e11-b3dc-2798a24f161e" providerId="ADAL" clId="{7F2C15F9-14F4-41C9-A6D2-58022218BE9B}" dt="2026-03-20T17:48:31.154" v="5382" actId="255"/>
          <ac:spMkLst>
            <pc:docMk/>
            <pc:sldMk cId="273960339" sldId="358"/>
            <ac:spMk id="3" creationId="{3537A51B-6DC7-588E-0A41-038405D576C0}"/>
          </ac:spMkLst>
        </pc:spChg>
        <pc:spChg chg="add del">
          <ac:chgData name="QUESADA CASTILLO RANDALL JOSUE" userId="b29aff0c-7e4a-4e11-b3dc-2798a24f161e" providerId="ADAL" clId="{7F2C15F9-14F4-41C9-A6D2-58022218BE9B}" dt="2026-03-20T17:46:32.747" v="5367" actId="22"/>
          <ac:spMkLst>
            <pc:docMk/>
            <pc:sldMk cId="273960339" sldId="358"/>
            <ac:spMk id="4" creationId="{87535F48-2ABF-BE35-0D17-844EF4A9430B}"/>
          </ac:spMkLst>
        </pc:spChg>
        <pc:picChg chg="add mod">
          <ac:chgData name="QUESADA CASTILLO RANDALL JOSUE" userId="b29aff0c-7e4a-4e11-b3dc-2798a24f161e" providerId="ADAL" clId="{7F2C15F9-14F4-41C9-A6D2-58022218BE9B}" dt="2026-03-20T17:47:50.831" v="5375" actId="1076"/>
          <ac:picMkLst>
            <pc:docMk/>
            <pc:sldMk cId="273960339" sldId="358"/>
            <ac:picMk id="6" creationId="{93D678CC-D422-9746-4DE0-7056C01F0DB2}"/>
          </ac:picMkLst>
        </pc:picChg>
        <pc:picChg chg="del">
          <ac:chgData name="QUESADA CASTILLO RANDALL JOSUE" userId="b29aff0c-7e4a-4e11-b3dc-2798a24f161e" providerId="ADAL" clId="{7F2C15F9-14F4-41C9-A6D2-58022218BE9B}" dt="2026-03-20T17:46:29.106" v="5365" actId="478"/>
          <ac:picMkLst>
            <pc:docMk/>
            <pc:sldMk cId="273960339" sldId="358"/>
            <ac:picMk id="9218" creationId="{F3344963-66D1-E143-3F57-6ACA4EF1530B}"/>
          </ac:picMkLst>
        </pc:picChg>
      </pc:sldChg>
      <pc:sldChg chg="modSp add mod">
        <pc:chgData name="QUESADA CASTILLO RANDALL JOSUE" userId="b29aff0c-7e4a-4e11-b3dc-2798a24f161e" providerId="ADAL" clId="{7F2C15F9-14F4-41C9-A6D2-58022218BE9B}" dt="2026-03-20T17:49:10.963" v="5390" actId="113"/>
        <pc:sldMkLst>
          <pc:docMk/>
          <pc:sldMk cId="222723730" sldId="359"/>
        </pc:sldMkLst>
        <pc:spChg chg="mod">
          <ac:chgData name="QUESADA CASTILLO RANDALL JOSUE" userId="b29aff0c-7e4a-4e11-b3dc-2798a24f161e" providerId="ADAL" clId="{7F2C15F9-14F4-41C9-A6D2-58022218BE9B}" dt="2026-03-20T17:49:10.963" v="5390" actId="113"/>
          <ac:spMkLst>
            <pc:docMk/>
            <pc:sldMk cId="222723730" sldId="359"/>
            <ac:spMk id="3" creationId="{020CB3A9-F804-3E87-0626-E5C705DECE60}"/>
          </ac:spMkLst>
        </pc:spChg>
      </pc:sldChg>
      <pc:sldChg chg="add del">
        <pc:chgData name="QUESADA CASTILLO RANDALL JOSUE" userId="b29aff0c-7e4a-4e11-b3dc-2798a24f161e" providerId="ADAL" clId="{7F2C15F9-14F4-41C9-A6D2-58022218BE9B}" dt="2026-03-20T17:45:33.144" v="5129"/>
        <pc:sldMkLst>
          <pc:docMk/>
          <pc:sldMk cId="461271222" sldId="359"/>
        </pc:sldMkLst>
      </pc:sldChg>
      <pc:sldChg chg="add del">
        <pc:chgData name="QUESADA CASTILLO RANDALL JOSUE" userId="b29aff0c-7e4a-4e11-b3dc-2798a24f161e" providerId="ADAL" clId="{7F2C15F9-14F4-41C9-A6D2-58022218BE9B}" dt="2026-03-20T17:45:40.903" v="5131"/>
        <pc:sldMkLst>
          <pc:docMk/>
          <pc:sldMk cId="1763691356" sldId="359"/>
        </pc:sldMkLst>
      </pc:sldChg>
      <pc:sldChg chg="add del">
        <pc:chgData name="QUESADA CASTILLO RANDALL JOSUE" userId="b29aff0c-7e4a-4e11-b3dc-2798a24f161e" providerId="ADAL" clId="{7F2C15F9-14F4-41C9-A6D2-58022218BE9B}" dt="2026-03-20T17:48:35.025" v="5383" actId="47"/>
        <pc:sldMkLst>
          <pc:docMk/>
          <pc:sldMk cId="4187732498" sldId="359"/>
        </pc:sldMkLst>
      </pc:sldChg>
      <pc:sldChg chg="addSp delSp modSp add mod">
        <pc:chgData name="QUESADA CASTILLO RANDALL JOSUE" userId="b29aff0c-7e4a-4e11-b3dc-2798a24f161e" providerId="ADAL" clId="{7F2C15F9-14F4-41C9-A6D2-58022218BE9B}" dt="2026-03-20T17:50:14.121" v="5397" actId="113"/>
        <pc:sldMkLst>
          <pc:docMk/>
          <pc:sldMk cId="1668462944" sldId="360"/>
        </pc:sldMkLst>
        <pc:spChg chg="mod">
          <ac:chgData name="QUESADA CASTILLO RANDALL JOSUE" userId="b29aff0c-7e4a-4e11-b3dc-2798a24f161e" providerId="ADAL" clId="{7F2C15F9-14F4-41C9-A6D2-58022218BE9B}" dt="2026-03-20T17:50:14.121" v="5397" actId="113"/>
          <ac:spMkLst>
            <pc:docMk/>
            <pc:sldMk cId="1668462944" sldId="360"/>
            <ac:spMk id="3" creationId="{55ACB899-DBDA-3939-4528-79560BB85F09}"/>
          </ac:spMkLst>
        </pc:spChg>
        <pc:picChg chg="add del">
          <ac:chgData name="QUESADA CASTILLO RANDALL JOSUE" userId="b29aff0c-7e4a-4e11-b3dc-2798a24f161e" providerId="ADAL" clId="{7F2C15F9-14F4-41C9-A6D2-58022218BE9B}" dt="2026-03-20T17:49:54.817" v="5393" actId="478"/>
          <ac:picMkLst>
            <pc:docMk/>
            <pc:sldMk cId="1668462944" sldId="360"/>
            <ac:picMk id="6" creationId="{DF5C58B4-D6DD-0571-3B4F-DD8D0DA171CA}"/>
          </ac:picMkLst>
        </pc:picChg>
      </pc:sldChg>
      <pc:sldChg chg="addSp delSp modSp add mod ord">
        <pc:chgData name="QUESADA CASTILLO RANDALL JOSUE" userId="b29aff0c-7e4a-4e11-b3dc-2798a24f161e" providerId="ADAL" clId="{7F2C15F9-14F4-41C9-A6D2-58022218BE9B}" dt="2026-03-20T17:53:01.861" v="5468" actId="1076"/>
        <pc:sldMkLst>
          <pc:docMk/>
          <pc:sldMk cId="1519792150" sldId="361"/>
        </pc:sldMkLst>
        <pc:spChg chg="mod">
          <ac:chgData name="QUESADA CASTILLO RANDALL JOSUE" userId="b29aff0c-7e4a-4e11-b3dc-2798a24f161e" providerId="ADAL" clId="{7F2C15F9-14F4-41C9-A6D2-58022218BE9B}" dt="2026-03-20T17:52:13.292" v="5458" actId="12"/>
          <ac:spMkLst>
            <pc:docMk/>
            <pc:sldMk cId="1519792150" sldId="361"/>
            <ac:spMk id="3" creationId="{E8906376-63B8-2AF7-51FB-197359001C75}"/>
          </ac:spMkLst>
        </pc:spChg>
        <pc:picChg chg="del">
          <ac:chgData name="QUESADA CASTILLO RANDALL JOSUE" userId="b29aff0c-7e4a-4e11-b3dc-2798a24f161e" providerId="ADAL" clId="{7F2C15F9-14F4-41C9-A6D2-58022218BE9B}" dt="2026-03-20T17:52:57.134" v="5463" actId="478"/>
          <ac:picMkLst>
            <pc:docMk/>
            <pc:sldMk cId="1519792150" sldId="361"/>
            <ac:picMk id="1028" creationId="{4616B492-FB40-6148-27B6-586150C38960}"/>
          </ac:picMkLst>
        </pc:picChg>
        <pc:picChg chg="add mod">
          <ac:chgData name="QUESADA CASTILLO RANDALL JOSUE" userId="b29aff0c-7e4a-4e11-b3dc-2798a24f161e" providerId="ADAL" clId="{7F2C15F9-14F4-41C9-A6D2-58022218BE9B}" dt="2026-03-20T17:53:01.861" v="5468" actId="1076"/>
          <ac:picMkLst>
            <pc:docMk/>
            <pc:sldMk cId="1519792150" sldId="361"/>
            <ac:picMk id="10242" creationId="{49208C8F-1D97-3607-2F01-DB315588F6C8}"/>
          </ac:picMkLst>
        </pc:picChg>
      </pc:sldChg>
      <pc:sldChg chg="delSp add del mod">
        <pc:chgData name="QUESADA CASTILLO RANDALL JOSUE" userId="b29aff0c-7e4a-4e11-b3dc-2798a24f161e" providerId="ADAL" clId="{7F2C15F9-14F4-41C9-A6D2-58022218BE9B}" dt="2026-03-20T17:51:25.318" v="5404" actId="47"/>
        <pc:sldMkLst>
          <pc:docMk/>
          <pc:sldMk cId="2822875727" sldId="361"/>
        </pc:sldMkLst>
        <pc:picChg chg="del">
          <ac:chgData name="QUESADA CASTILLO RANDALL JOSUE" userId="b29aff0c-7e4a-4e11-b3dc-2798a24f161e" providerId="ADAL" clId="{7F2C15F9-14F4-41C9-A6D2-58022218BE9B}" dt="2026-03-20T17:51:20.191" v="5403" actId="478"/>
          <ac:picMkLst>
            <pc:docMk/>
            <pc:sldMk cId="2822875727" sldId="361"/>
            <ac:picMk id="6" creationId="{51EDB9C4-ECCE-2357-69A0-7F07CE322CC8}"/>
          </ac:picMkLst>
        </pc:picChg>
      </pc:sldChg>
      <pc:sldChg chg="addSp delSp modSp add mod">
        <pc:chgData name="QUESADA CASTILLO RANDALL JOSUE" userId="b29aff0c-7e4a-4e11-b3dc-2798a24f161e" providerId="ADAL" clId="{7F2C15F9-14F4-41C9-A6D2-58022218BE9B}" dt="2026-03-20T17:54:38.172" v="5484" actId="1076"/>
        <pc:sldMkLst>
          <pc:docMk/>
          <pc:sldMk cId="1331525065" sldId="362"/>
        </pc:sldMkLst>
        <pc:spChg chg="del">
          <ac:chgData name="QUESADA CASTILLO RANDALL JOSUE" userId="b29aff0c-7e4a-4e11-b3dc-2798a24f161e" providerId="ADAL" clId="{7F2C15F9-14F4-41C9-A6D2-58022218BE9B}" dt="2026-03-20T17:54:28.274" v="5478" actId="478"/>
          <ac:spMkLst>
            <pc:docMk/>
            <pc:sldMk cId="1331525065" sldId="362"/>
            <ac:spMk id="3" creationId="{3470A718-F822-F218-0F8D-8F7C3D271E26}"/>
          </ac:spMkLst>
        </pc:spChg>
        <pc:spChg chg="add del mod">
          <ac:chgData name="QUESADA CASTILLO RANDALL JOSUE" userId="b29aff0c-7e4a-4e11-b3dc-2798a24f161e" providerId="ADAL" clId="{7F2C15F9-14F4-41C9-A6D2-58022218BE9B}" dt="2026-03-20T17:54:29.766" v="5479" actId="478"/>
          <ac:spMkLst>
            <pc:docMk/>
            <pc:sldMk cId="1331525065" sldId="362"/>
            <ac:spMk id="5" creationId="{669C71A5-A37D-BDA7-C2C4-93593E6B75AF}"/>
          </ac:spMkLst>
        </pc:spChg>
        <pc:spChg chg="del">
          <ac:chgData name="QUESADA CASTILLO RANDALL JOSUE" userId="b29aff0c-7e4a-4e11-b3dc-2798a24f161e" providerId="ADAL" clId="{7F2C15F9-14F4-41C9-A6D2-58022218BE9B}" dt="2026-03-20T17:54:33.045" v="5481" actId="478"/>
          <ac:spMkLst>
            <pc:docMk/>
            <pc:sldMk cId="1331525065" sldId="362"/>
            <ac:spMk id="6" creationId="{E09EEF09-FA12-66AA-37AA-888E21E706D9}"/>
          </ac:spMkLst>
        </pc:spChg>
        <pc:spChg chg="add del mod">
          <ac:chgData name="QUESADA CASTILLO RANDALL JOSUE" userId="b29aff0c-7e4a-4e11-b3dc-2798a24f161e" providerId="ADAL" clId="{7F2C15F9-14F4-41C9-A6D2-58022218BE9B}" dt="2026-03-20T17:54:36.464" v="5482" actId="478"/>
          <ac:spMkLst>
            <pc:docMk/>
            <pc:sldMk cId="1331525065" sldId="362"/>
            <ac:spMk id="8" creationId="{5B3534A5-CCBA-EE58-E10C-CA74D2E582A2}"/>
          </ac:spMkLst>
        </pc:spChg>
        <pc:picChg chg="del">
          <ac:chgData name="QUESADA CASTILLO RANDALL JOSUE" userId="b29aff0c-7e4a-4e11-b3dc-2798a24f161e" providerId="ADAL" clId="{7F2C15F9-14F4-41C9-A6D2-58022218BE9B}" dt="2026-03-20T17:54:31.089" v="5480" actId="478"/>
          <ac:picMkLst>
            <pc:docMk/>
            <pc:sldMk cId="1331525065" sldId="362"/>
            <ac:picMk id="4" creationId="{29096287-E83F-B037-F42C-212DA726BCA7}"/>
          </ac:picMkLst>
        </pc:picChg>
        <pc:picChg chg="add mod">
          <ac:chgData name="QUESADA CASTILLO RANDALL JOSUE" userId="b29aff0c-7e4a-4e11-b3dc-2798a24f161e" providerId="ADAL" clId="{7F2C15F9-14F4-41C9-A6D2-58022218BE9B}" dt="2026-03-20T17:54:38.172" v="5484" actId="1076"/>
          <ac:picMkLst>
            <pc:docMk/>
            <pc:sldMk cId="1331525065" sldId="362"/>
            <ac:picMk id="10" creationId="{C169E4D1-7C28-AB48-8C4F-9045BBF7ECF2}"/>
          </ac:picMkLst>
        </pc:picChg>
      </pc:sldChg>
      <pc:sldChg chg="delSp modSp add mod ord">
        <pc:chgData name="QUESADA CASTILLO RANDALL JOSUE" userId="b29aff0c-7e4a-4e11-b3dc-2798a24f161e" providerId="ADAL" clId="{7F2C15F9-14F4-41C9-A6D2-58022218BE9B}" dt="2026-03-20T17:55:51.260" v="5546" actId="20577"/>
        <pc:sldMkLst>
          <pc:docMk/>
          <pc:sldMk cId="995478241" sldId="363"/>
        </pc:sldMkLst>
        <pc:spChg chg="mod">
          <ac:chgData name="QUESADA CASTILLO RANDALL JOSUE" userId="b29aff0c-7e4a-4e11-b3dc-2798a24f161e" providerId="ADAL" clId="{7F2C15F9-14F4-41C9-A6D2-58022218BE9B}" dt="2026-03-20T17:55:51.260" v="5546" actId="20577"/>
          <ac:spMkLst>
            <pc:docMk/>
            <pc:sldMk cId="995478241" sldId="363"/>
            <ac:spMk id="3" creationId="{A904FDE3-1C82-8054-E219-24AF89193F2D}"/>
          </ac:spMkLst>
        </pc:spChg>
        <pc:spChg chg="mod">
          <ac:chgData name="QUESADA CASTILLO RANDALL JOSUE" userId="b29aff0c-7e4a-4e11-b3dc-2798a24f161e" providerId="ADAL" clId="{7F2C15F9-14F4-41C9-A6D2-58022218BE9B}" dt="2026-03-20T17:55:24.796" v="5526" actId="20577"/>
          <ac:spMkLst>
            <pc:docMk/>
            <pc:sldMk cId="995478241" sldId="363"/>
            <ac:spMk id="6" creationId="{9B538685-BEB0-A982-6E0B-4464E9FCB4DD}"/>
          </ac:spMkLst>
        </pc:spChg>
        <pc:picChg chg="del">
          <ac:chgData name="QUESADA CASTILLO RANDALL JOSUE" userId="b29aff0c-7e4a-4e11-b3dc-2798a24f161e" providerId="ADAL" clId="{7F2C15F9-14F4-41C9-A6D2-58022218BE9B}" dt="2026-03-20T17:55:27.869" v="5527" actId="478"/>
          <ac:picMkLst>
            <pc:docMk/>
            <pc:sldMk cId="995478241" sldId="363"/>
            <ac:picMk id="4" creationId="{6B174BD7-9745-1DCD-E940-5FFD81AEFBDF}"/>
          </ac:picMkLst>
        </pc:picChg>
      </pc:sldChg>
      <pc:sldChg chg="add del">
        <pc:chgData name="QUESADA CASTILLO RANDALL JOSUE" userId="b29aff0c-7e4a-4e11-b3dc-2798a24f161e" providerId="ADAL" clId="{7F2C15F9-14F4-41C9-A6D2-58022218BE9B}" dt="2026-03-20T17:55:14.819" v="5486" actId="47"/>
        <pc:sldMkLst>
          <pc:docMk/>
          <pc:sldMk cId="2772597025" sldId="36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2D2FB4-C1C2-4E7C-8FB8-5D95F0DC7E0F}" type="doc">
      <dgm:prSet loTypeId="urn:microsoft.com/office/officeart/2005/8/layout/hierarchy1" loCatId="hierarchy" qsTypeId="urn:microsoft.com/office/officeart/2005/8/quickstyle/simple5" qsCatId="simple" csTypeId="urn:microsoft.com/office/officeart/2005/8/colors/accent2_2" csCatId="accent2" phldr="1"/>
      <dgm:spPr/>
      <dgm:t>
        <a:bodyPr/>
        <a:lstStyle/>
        <a:p>
          <a:endParaRPr lang="en-US"/>
        </a:p>
      </dgm:t>
    </dgm:pt>
    <dgm:pt modelId="{B3037F56-A86A-492E-851F-CB52FA97D34B}">
      <dgm:prSet/>
      <dgm:spPr/>
      <dgm:t>
        <a:bodyPr/>
        <a:lstStyle/>
        <a:p>
          <a:r>
            <a:rPr lang="es-ES" dirty="0"/>
            <a:t>Organización física de archivos</a:t>
          </a:r>
          <a:endParaRPr lang="en-US" dirty="0"/>
        </a:p>
      </dgm:t>
    </dgm:pt>
    <dgm:pt modelId="{3E216F42-A3A2-4964-8984-EF42E2A48120}" type="parTrans" cxnId="{EBE1FCDD-66FF-4A97-8B7B-150340343654}">
      <dgm:prSet/>
      <dgm:spPr/>
      <dgm:t>
        <a:bodyPr/>
        <a:lstStyle/>
        <a:p>
          <a:endParaRPr lang="en-US"/>
        </a:p>
      </dgm:t>
    </dgm:pt>
    <dgm:pt modelId="{3D23D601-ECCD-4AF1-BF0D-32D64FC6E7AF}" type="sibTrans" cxnId="{EBE1FCDD-66FF-4A97-8B7B-150340343654}">
      <dgm:prSet/>
      <dgm:spPr/>
      <dgm:t>
        <a:bodyPr/>
        <a:lstStyle/>
        <a:p>
          <a:endParaRPr lang="en-US"/>
        </a:p>
      </dgm:t>
    </dgm:pt>
    <dgm:pt modelId="{637F7EE8-E178-49AB-8564-CA02CA51D940}">
      <dgm:prSet/>
      <dgm:spPr/>
      <dgm:t>
        <a:bodyPr/>
        <a:lstStyle/>
        <a:p>
          <a:r>
            <a:rPr lang="es-ES"/>
            <a:t>Otras arquitecturas de almacenamiento de datos</a:t>
          </a:r>
          <a:endParaRPr lang="en-US" dirty="0"/>
        </a:p>
      </dgm:t>
    </dgm:pt>
    <dgm:pt modelId="{0AE2975B-FA9D-440E-BFAC-73E5E5697324}" type="parTrans" cxnId="{7C977E39-09B8-484D-A942-7899EFE30654}">
      <dgm:prSet/>
      <dgm:spPr/>
      <dgm:t>
        <a:bodyPr/>
        <a:lstStyle/>
        <a:p>
          <a:endParaRPr lang="en-US"/>
        </a:p>
      </dgm:t>
    </dgm:pt>
    <dgm:pt modelId="{8EB07204-9191-41BE-AA92-C28FD733898A}" type="sibTrans" cxnId="{7C977E39-09B8-484D-A942-7899EFE30654}">
      <dgm:prSet/>
      <dgm:spPr/>
      <dgm:t>
        <a:bodyPr/>
        <a:lstStyle/>
        <a:p>
          <a:endParaRPr lang="en-US"/>
        </a:p>
      </dgm:t>
    </dgm:pt>
    <dgm:pt modelId="{63B2A15A-2FF2-475F-9DAF-CE7B83096B79}">
      <dgm:prSet/>
      <dgm:spPr/>
      <dgm:t>
        <a:bodyPr/>
        <a:lstStyle/>
        <a:p>
          <a:r>
            <a:rPr lang="en-US" dirty="0"/>
            <a:t>Defragmentation de disco</a:t>
          </a:r>
        </a:p>
      </dgm:t>
    </dgm:pt>
    <dgm:pt modelId="{3D4E77E3-C56C-4B3D-8EB5-575989603BC9}" type="parTrans" cxnId="{1F0454B6-5CB9-41FB-8B0B-9456DE41174F}">
      <dgm:prSet/>
      <dgm:spPr/>
      <dgm:t>
        <a:bodyPr/>
        <a:lstStyle/>
        <a:p>
          <a:endParaRPr lang="en-US"/>
        </a:p>
      </dgm:t>
    </dgm:pt>
    <dgm:pt modelId="{0C2CDF96-745E-431A-8143-CCD45335D924}" type="sibTrans" cxnId="{1F0454B6-5CB9-41FB-8B0B-9456DE41174F}">
      <dgm:prSet/>
      <dgm:spPr/>
      <dgm:t>
        <a:bodyPr/>
        <a:lstStyle/>
        <a:p>
          <a:endParaRPr lang="en-US"/>
        </a:p>
      </dgm:t>
    </dgm:pt>
    <dgm:pt modelId="{84F17FAB-E546-4F0B-8A28-7C2845C7DCFD}">
      <dgm:prSet/>
      <dgm:spPr/>
      <dgm:t>
        <a:bodyPr/>
        <a:lstStyle/>
        <a:p>
          <a:r>
            <a:rPr lang="es-ES" dirty="0"/>
            <a:t>Organizaciones primarias de archivos</a:t>
          </a:r>
          <a:endParaRPr lang="en-US" dirty="0"/>
        </a:p>
      </dgm:t>
    </dgm:pt>
    <dgm:pt modelId="{D018D29C-601E-4E69-BD81-3B0EBCFC8ECE}" type="parTrans" cxnId="{5FA7FED2-FF6D-4905-B613-08976857AA80}">
      <dgm:prSet/>
      <dgm:spPr/>
      <dgm:t>
        <a:bodyPr/>
        <a:lstStyle/>
        <a:p>
          <a:endParaRPr lang="en-US"/>
        </a:p>
      </dgm:t>
    </dgm:pt>
    <dgm:pt modelId="{310F1992-CF9D-4ED3-BFAA-0E7CBCB83261}" type="sibTrans" cxnId="{5FA7FED2-FF6D-4905-B613-08976857AA80}">
      <dgm:prSet/>
      <dgm:spPr/>
      <dgm:t>
        <a:bodyPr/>
        <a:lstStyle/>
        <a:p>
          <a:endParaRPr lang="en-US"/>
        </a:p>
      </dgm:t>
    </dgm:pt>
    <dgm:pt modelId="{133FBE4F-B302-43CD-B921-8E4C72892E4C}">
      <dgm:prSet/>
      <dgm:spPr/>
      <dgm:t>
        <a:bodyPr/>
        <a:lstStyle/>
        <a:p>
          <a:r>
            <a:rPr lang="es-ES" dirty="0"/>
            <a:t>Estructura de indexación para ficheros</a:t>
          </a:r>
          <a:endParaRPr lang="en-US" dirty="0"/>
        </a:p>
      </dgm:t>
    </dgm:pt>
    <dgm:pt modelId="{12866F32-0F0C-4F4F-AD1A-47B95B11E9B1}" type="parTrans" cxnId="{1D4D2906-484D-42E6-9D2C-19DC75C3DE08}">
      <dgm:prSet/>
      <dgm:spPr/>
      <dgm:t>
        <a:bodyPr/>
        <a:lstStyle/>
        <a:p>
          <a:endParaRPr lang="en-US"/>
        </a:p>
      </dgm:t>
    </dgm:pt>
    <dgm:pt modelId="{1210C54B-A2F9-40E9-93C9-AC38E9530924}" type="sibTrans" cxnId="{1D4D2906-484D-42E6-9D2C-19DC75C3DE08}">
      <dgm:prSet/>
      <dgm:spPr/>
      <dgm:t>
        <a:bodyPr/>
        <a:lstStyle/>
        <a:p>
          <a:endParaRPr lang="en-US"/>
        </a:p>
      </dgm:t>
    </dgm:pt>
    <dgm:pt modelId="{CFFB7D72-207F-4B6D-BE4A-AEED4BA6FB51}">
      <dgm:prSet/>
      <dgm:spPr/>
      <dgm:t>
        <a:bodyPr/>
        <a:lstStyle/>
        <a:p>
          <a:r>
            <a:rPr lang="es-CR" dirty="0"/>
            <a:t>Laboratorio</a:t>
          </a:r>
        </a:p>
      </dgm:t>
    </dgm:pt>
    <dgm:pt modelId="{DB6C97CE-C0DA-4CE5-8E3F-44E37E540557}" type="parTrans" cxnId="{D5241E4D-F1E3-48C3-A1B0-58C72874F2C3}">
      <dgm:prSet/>
      <dgm:spPr/>
      <dgm:t>
        <a:bodyPr/>
        <a:lstStyle/>
        <a:p>
          <a:endParaRPr lang="es-CR"/>
        </a:p>
      </dgm:t>
    </dgm:pt>
    <dgm:pt modelId="{0C974299-9ADD-4A8F-B0DD-85032D4D31DF}" type="sibTrans" cxnId="{D5241E4D-F1E3-48C3-A1B0-58C72874F2C3}">
      <dgm:prSet/>
      <dgm:spPr/>
      <dgm:t>
        <a:bodyPr/>
        <a:lstStyle/>
        <a:p>
          <a:endParaRPr lang="es-CR"/>
        </a:p>
      </dgm:t>
    </dgm:pt>
    <dgm:pt modelId="{374C5487-F165-49E0-9CBD-916576A8D704}" type="pres">
      <dgm:prSet presAssocID="{D42D2FB4-C1C2-4E7C-8FB8-5D95F0DC7E0F}" presName="hierChild1" presStyleCnt="0">
        <dgm:presLayoutVars>
          <dgm:chPref val="1"/>
          <dgm:dir/>
          <dgm:animOne val="branch"/>
          <dgm:animLvl val="lvl"/>
          <dgm:resizeHandles/>
        </dgm:presLayoutVars>
      </dgm:prSet>
      <dgm:spPr/>
    </dgm:pt>
    <dgm:pt modelId="{83C055D7-7B0B-4144-BAD8-E0FC335B516B}" type="pres">
      <dgm:prSet presAssocID="{B3037F56-A86A-492E-851F-CB52FA97D34B}" presName="hierRoot1" presStyleCnt="0"/>
      <dgm:spPr/>
    </dgm:pt>
    <dgm:pt modelId="{10A8388B-DAD9-469C-870C-D6DCCA874513}" type="pres">
      <dgm:prSet presAssocID="{B3037F56-A86A-492E-851F-CB52FA97D34B}" presName="composite" presStyleCnt="0"/>
      <dgm:spPr/>
    </dgm:pt>
    <dgm:pt modelId="{ACF4116E-61D9-45A6-8027-D1131AFB51FA}" type="pres">
      <dgm:prSet presAssocID="{B3037F56-A86A-492E-851F-CB52FA97D34B}" presName="background" presStyleLbl="node0" presStyleIdx="0" presStyleCnt="6"/>
      <dgm:spPr/>
    </dgm:pt>
    <dgm:pt modelId="{7F3EA8A2-798D-4438-94E7-A7BA1ED0E470}" type="pres">
      <dgm:prSet presAssocID="{B3037F56-A86A-492E-851F-CB52FA97D34B}" presName="text" presStyleLbl="fgAcc0" presStyleIdx="0" presStyleCnt="6">
        <dgm:presLayoutVars>
          <dgm:chPref val="3"/>
        </dgm:presLayoutVars>
      </dgm:prSet>
      <dgm:spPr/>
    </dgm:pt>
    <dgm:pt modelId="{A333E4DC-5863-408E-A4F8-D9A07D5C603D}" type="pres">
      <dgm:prSet presAssocID="{B3037F56-A86A-492E-851F-CB52FA97D34B}" presName="hierChild2" presStyleCnt="0"/>
      <dgm:spPr/>
    </dgm:pt>
    <dgm:pt modelId="{5F3F3B5B-F5E1-40EF-926C-50823031BA12}" type="pres">
      <dgm:prSet presAssocID="{637F7EE8-E178-49AB-8564-CA02CA51D940}" presName="hierRoot1" presStyleCnt="0"/>
      <dgm:spPr/>
    </dgm:pt>
    <dgm:pt modelId="{F9F50A4E-F58D-47E5-9FC6-6DA54475B70A}" type="pres">
      <dgm:prSet presAssocID="{637F7EE8-E178-49AB-8564-CA02CA51D940}" presName="composite" presStyleCnt="0"/>
      <dgm:spPr/>
    </dgm:pt>
    <dgm:pt modelId="{B535BFE9-AFF1-465F-A92F-49BFC6E09CCD}" type="pres">
      <dgm:prSet presAssocID="{637F7EE8-E178-49AB-8564-CA02CA51D940}" presName="background" presStyleLbl="node0" presStyleIdx="1" presStyleCnt="6"/>
      <dgm:spPr/>
    </dgm:pt>
    <dgm:pt modelId="{0A59173F-6260-432C-82B4-B34FABEEF059}" type="pres">
      <dgm:prSet presAssocID="{637F7EE8-E178-49AB-8564-CA02CA51D940}" presName="text" presStyleLbl="fgAcc0" presStyleIdx="1" presStyleCnt="6">
        <dgm:presLayoutVars>
          <dgm:chPref val="3"/>
        </dgm:presLayoutVars>
      </dgm:prSet>
      <dgm:spPr/>
    </dgm:pt>
    <dgm:pt modelId="{FECFB753-C598-4990-9414-79DA9BD7777F}" type="pres">
      <dgm:prSet presAssocID="{637F7EE8-E178-49AB-8564-CA02CA51D940}" presName="hierChild2" presStyleCnt="0"/>
      <dgm:spPr/>
    </dgm:pt>
    <dgm:pt modelId="{32B2A7C9-B5A3-4B48-A24D-7893D597B64A}" type="pres">
      <dgm:prSet presAssocID="{63B2A15A-2FF2-475F-9DAF-CE7B83096B79}" presName="hierRoot1" presStyleCnt="0"/>
      <dgm:spPr/>
    </dgm:pt>
    <dgm:pt modelId="{DAFA85BC-F43D-4E3A-B240-AB40F7B4D492}" type="pres">
      <dgm:prSet presAssocID="{63B2A15A-2FF2-475F-9DAF-CE7B83096B79}" presName="composite" presStyleCnt="0"/>
      <dgm:spPr/>
    </dgm:pt>
    <dgm:pt modelId="{4CED425D-4999-430D-92D5-10D99A0B8BBF}" type="pres">
      <dgm:prSet presAssocID="{63B2A15A-2FF2-475F-9DAF-CE7B83096B79}" presName="background" presStyleLbl="node0" presStyleIdx="2" presStyleCnt="6"/>
      <dgm:spPr/>
    </dgm:pt>
    <dgm:pt modelId="{FA9DC0DE-D89C-41CF-8ABD-F6B2D7644B19}" type="pres">
      <dgm:prSet presAssocID="{63B2A15A-2FF2-475F-9DAF-CE7B83096B79}" presName="text" presStyleLbl="fgAcc0" presStyleIdx="2" presStyleCnt="6">
        <dgm:presLayoutVars>
          <dgm:chPref val="3"/>
        </dgm:presLayoutVars>
      </dgm:prSet>
      <dgm:spPr/>
    </dgm:pt>
    <dgm:pt modelId="{9AA00AD8-A8CE-46BA-B6E4-8A8A7758D470}" type="pres">
      <dgm:prSet presAssocID="{63B2A15A-2FF2-475F-9DAF-CE7B83096B79}" presName="hierChild2" presStyleCnt="0"/>
      <dgm:spPr/>
    </dgm:pt>
    <dgm:pt modelId="{CFB35994-B7F4-42F5-8D56-B3654A4ECA73}" type="pres">
      <dgm:prSet presAssocID="{84F17FAB-E546-4F0B-8A28-7C2845C7DCFD}" presName="hierRoot1" presStyleCnt="0"/>
      <dgm:spPr/>
    </dgm:pt>
    <dgm:pt modelId="{B55896D1-B864-4AD3-9D72-A61F89F10CD8}" type="pres">
      <dgm:prSet presAssocID="{84F17FAB-E546-4F0B-8A28-7C2845C7DCFD}" presName="composite" presStyleCnt="0"/>
      <dgm:spPr/>
    </dgm:pt>
    <dgm:pt modelId="{FF67F267-504A-4C12-B32C-F0960FAD90E2}" type="pres">
      <dgm:prSet presAssocID="{84F17FAB-E546-4F0B-8A28-7C2845C7DCFD}" presName="background" presStyleLbl="node0" presStyleIdx="3" presStyleCnt="6"/>
      <dgm:spPr/>
    </dgm:pt>
    <dgm:pt modelId="{7AB76F44-0B2A-4BA8-BCA4-3B03C8947607}" type="pres">
      <dgm:prSet presAssocID="{84F17FAB-E546-4F0B-8A28-7C2845C7DCFD}" presName="text" presStyleLbl="fgAcc0" presStyleIdx="3" presStyleCnt="6">
        <dgm:presLayoutVars>
          <dgm:chPref val="3"/>
        </dgm:presLayoutVars>
      </dgm:prSet>
      <dgm:spPr/>
    </dgm:pt>
    <dgm:pt modelId="{2649205A-911C-460C-B902-92916D5AD6D1}" type="pres">
      <dgm:prSet presAssocID="{84F17FAB-E546-4F0B-8A28-7C2845C7DCFD}" presName="hierChild2" presStyleCnt="0"/>
      <dgm:spPr/>
    </dgm:pt>
    <dgm:pt modelId="{9BB3C8C6-32EB-4413-BB9F-B786F6277374}" type="pres">
      <dgm:prSet presAssocID="{133FBE4F-B302-43CD-B921-8E4C72892E4C}" presName="hierRoot1" presStyleCnt="0"/>
      <dgm:spPr/>
    </dgm:pt>
    <dgm:pt modelId="{A933B6D5-B755-49E3-92C1-0B74EB0A1D7B}" type="pres">
      <dgm:prSet presAssocID="{133FBE4F-B302-43CD-B921-8E4C72892E4C}" presName="composite" presStyleCnt="0"/>
      <dgm:spPr/>
    </dgm:pt>
    <dgm:pt modelId="{3211F0FF-08BF-46FD-AF8E-999617C0BE76}" type="pres">
      <dgm:prSet presAssocID="{133FBE4F-B302-43CD-B921-8E4C72892E4C}" presName="background" presStyleLbl="node0" presStyleIdx="4" presStyleCnt="6"/>
      <dgm:spPr/>
    </dgm:pt>
    <dgm:pt modelId="{02CF67E6-C72F-4254-A1ED-2A885FD59F65}" type="pres">
      <dgm:prSet presAssocID="{133FBE4F-B302-43CD-B921-8E4C72892E4C}" presName="text" presStyleLbl="fgAcc0" presStyleIdx="4" presStyleCnt="6">
        <dgm:presLayoutVars>
          <dgm:chPref val="3"/>
        </dgm:presLayoutVars>
      </dgm:prSet>
      <dgm:spPr/>
    </dgm:pt>
    <dgm:pt modelId="{481B26F5-8870-409A-B3F6-731EDE76BC55}" type="pres">
      <dgm:prSet presAssocID="{133FBE4F-B302-43CD-B921-8E4C72892E4C}" presName="hierChild2" presStyleCnt="0"/>
      <dgm:spPr/>
    </dgm:pt>
    <dgm:pt modelId="{ADBCE23B-C348-41D3-A2B1-3EAB3939A345}" type="pres">
      <dgm:prSet presAssocID="{CFFB7D72-207F-4B6D-BE4A-AEED4BA6FB51}" presName="hierRoot1" presStyleCnt="0"/>
      <dgm:spPr/>
    </dgm:pt>
    <dgm:pt modelId="{EC9B3225-86E7-4D3E-BCB4-DA4BC3B2328D}" type="pres">
      <dgm:prSet presAssocID="{CFFB7D72-207F-4B6D-BE4A-AEED4BA6FB51}" presName="composite" presStyleCnt="0"/>
      <dgm:spPr/>
    </dgm:pt>
    <dgm:pt modelId="{E6229891-9F07-40C8-AB93-2F9A05920B02}" type="pres">
      <dgm:prSet presAssocID="{CFFB7D72-207F-4B6D-BE4A-AEED4BA6FB51}" presName="background" presStyleLbl="node0" presStyleIdx="5" presStyleCnt="6"/>
      <dgm:spPr/>
    </dgm:pt>
    <dgm:pt modelId="{2CD0FBB0-DE1E-4FF2-912F-C4958ACEBBD5}" type="pres">
      <dgm:prSet presAssocID="{CFFB7D72-207F-4B6D-BE4A-AEED4BA6FB51}" presName="text" presStyleLbl="fgAcc0" presStyleIdx="5" presStyleCnt="6">
        <dgm:presLayoutVars>
          <dgm:chPref val="3"/>
        </dgm:presLayoutVars>
      </dgm:prSet>
      <dgm:spPr/>
    </dgm:pt>
    <dgm:pt modelId="{E152A136-D45B-471E-B3D1-EDEB76F2D71C}" type="pres">
      <dgm:prSet presAssocID="{CFFB7D72-207F-4B6D-BE4A-AEED4BA6FB51}" presName="hierChild2" presStyleCnt="0"/>
      <dgm:spPr/>
    </dgm:pt>
  </dgm:ptLst>
  <dgm:cxnLst>
    <dgm:cxn modelId="{1D4D2906-484D-42E6-9D2C-19DC75C3DE08}" srcId="{D42D2FB4-C1C2-4E7C-8FB8-5D95F0DC7E0F}" destId="{133FBE4F-B302-43CD-B921-8E4C72892E4C}" srcOrd="4" destOrd="0" parTransId="{12866F32-0F0C-4F4F-AD1A-47B95B11E9B1}" sibTransId="{1210C54B-A2F9-40E9-93C9-AC38E9530924}"/>
    <dgm:cxn modelId="{3090352D-CADE-4521-929F-CF27A13B6440}" type="presOf" srcId="{133FBE4F-B302-43CD-B921-8E4C72892E4C}" destId="{02CF67E6-C72F-4254-A1ED-2A885FD59F65}" srcOrd="0" destOrd="0" presId="urn:microsoft.com/office/officeart/2005/8/layout/hierarchy1"/>
    <dgm:cxn modelId="{7C977E39-09B8-484D-A942-7899EFE30654}" srcId="{D42D2FB4-C1C2-4E7C-8FB8-5D95F0DC7E0F}" destId="{637F7EE8-E178-49AB-8564-CA02CA51D940}" srcOrd="1" destOrd="0" parTransId="{0AE2975B-FA9D-440E-BFAC-73E5E5697324}" sibTransId="{8EB07204-9191-41BE-AA92-C28FD733898A}"/>
    <dgm:cxn modelId="{D5241E4D-F1E3-48C3-A1B0-58C72874F2C3}" srcId="{D42D2FB4-C1C2-4E7C-8FB8-5D95F0DC7E0F}" destId="{CFFB7D72-207F-4B6D-BE4A-AEED4BA6FB51}" srcOrd="5" destOrd="0" parTransId="{DB6C97CE-C0DA-4CE5-8E3F-44E37E540557}" sibTransId="{0C974299-9ADD-4A8F-B0DD-85032D4D31DF}"/>
    <dgm:cxn modelId="{813AF572-B5E6-45F7-8506-68CD313A466D}" type="presOf" srcId="{CFFB7D72-207F-4B6D-BE4A-AEED4BA6FB51}" destId="{2CD0FBB0-DE1E-4FF2-912F-C4958ACEBBD5}" srcOrd="0" destOrd="0" presId="urn:microsoft.com/office/officeart/2005/8/layout/hierarchy1"/>
    <dgm:cxn modelId="{F82FE59C-EB07-49AC-8B08-7306890E653A}" type="presOf" srcId="{B3037F56-A86A-492E-851F-CB52FA97D34B}" destId="{7F3EA8A2-798D-4438-94E7-A7BA1ED0E470}" srcOrd="0" destOrd="0" presId="urn:microsoft.com/office/officeart/2005/8/layout/hierarchy1"/>
    <dgm:cxn modelId="{75F2B3B2-5A94-4B40-A3C9-00FA0C07BBE8}" type="presOf" srcId="{84F17FAB-E546-4F0B-8A28-7C2845C7DCFD}" destId="{7AB76F44-0B2A-4BA8-BCA4-3B03C8947607}" srcOrd="0" destOrd="0" presId="urn:microsoft.com/office/officeart/2005/8/layout/hierarchy1"/>
    <dgm:cxn modelId="{1F0454B6-5CB9-41FB-8B0B-9456DE41174F}" srcId="{D42D2FB4-C1C2-4E7C-8FB8-5D95F0DC7E0F}" destId="{63B2A15A-2FF2-475F-9DAF-CE7B83096B79}" srcOrd="2" destOrd="0" parTransId="{3D4E77E3-C56C-4B3D-8EB5-575989603BC9}" sibTransId="{0C2CDF96-745E-431A-8143-CCD45335D924}"/>
    <dgm:cxn modelId="{564884C5-8941-4768-9AF4-E824D01CB387}" type="presOf" srcId="{637F7EE8-E178-49AB-8564-CA02CA51D940}" destId="{0A59173F-6260-432C-82B4-B34FABEEF059}" srcOrd="0" destOrd="0" presId="urn:microsoft.com/office/officeart/2005/8/layout/hierarchy1"/>
    <dgm:cxn modelId="{5FA7FED2-FF6D-4905-B613-08976857AA80}" srcId="{D42D2FB4-C1C2-4E7C-8FB8-5D95F0DC7E0F}" destId="{84F17FAB-E546-4F0B-8A28-7C2845C7DCFD}" srcOrd="3" destOrd="0" parTransId="{D018D29C-601E-4E69-BD81-3B0EBCFC8ECE}" sibTransId="{310F1992-CF9D-4ED3-BFAA-0E7CBCB83261}"/>
    <dgm:cxn modelId="{EBE1FCDD-66FF-4A97-8B7B-150340343654}" srcId="{D42D2FB4-C1C2-4E7C-8FB8-5D95F0DC7E0F}" destId="{B3037F56-A86A-492E-851F-CB52FA97D34B}" srcOrd="0" destOrd="0" parTransId="{3E216F42-A3A2-4964-8984-EF42E2A48120}" sibTransId="{3D23D601-ECCD-4AF1-BF0D-32D64FC6E7AF}"/>
    <dgm:cxn modelId="{EA57F9EE-71FB-4874-8572-73D794E256EF}" type="presOf" srcId="{63B2A15A-2FF2-475F-9DAF-CE7B83096B79}" destId="{FA9DC0DE-D89C-41CF-8ABD-F6B2D7644B19}" srcOrd="0" destOrd="0" presId="urn:microsoft.com/office/officeart/2005/8/layout/hierarchy1"/>
    <dgm:cxn modelId="{92A69FF0-9589-4C8A-A45D-A7159C45C756}" type="presOf" srcId="{D42D2FB4-C1C2-4E7C-8FB8-5D95F0DC7E0F}" destId="{374C5487-F165-49E0-9CBD-916576A8D704}" srcOrd="0" destOrd="0" presId="urn:microsoft.com/office/officeart/2005/8/layout/hierarchy1"/>
    <dgm:cxn modelId="{CB46AE64-2323-42AD-B261-9C9A15EE523B}" type="presParOf" srcId="{374C5487-F165-49E0-9CBD-916576A8D704}" destId="{83C055D7-7B0B-4144-BAD8-E0FC335B516B}" srcOrd="0" destOrd="0" presId="urn:microsoft.com/office/officeart/2005/8/layout/hierarchy1"/>
    <dgm:cxn modelId="{FA6A7A3E-F01C-4363-8DAB-20984A2A8472}" type="presParOf" srcId="{83C055D7-7B0B-4144-BAD8-E0FC335B516B}" destId="{10A8388B-DAD9-469C-870C-D6DCCA874513}" srcOrd="0" destOrd="0" presId="urn:microsoft.com/office/officeart/2005/8/layout/hierarchy1"/>
    <dgm:cxn modelId="{73A4B8FF-97BD-4610-844E-E8AD5B3E6172}" type="presParOf" srcId="{10A8388B-DAD9-469C-870C-D6DCCA874513}" destId="{ACF4116E-61D9-45A6-8027-D1131AFB51FA}" srcOrd="0" destOrd="0" presId="urn:microsoft.com/office/officeart/2005/8/layout/hierarchy1"/>
    <dgm:cxn modelId="{FF44BEC7-6318-4E71-8A1E-2010A6459BDC}" type="presParOf" srcId="{10A8388B-DAD9-469C-870C-D6DCCA874513}" destId="{7F3EA8A2-798D-4438-94E7-A7BA1ED0E470}" srcOrd="1" destOrd="0" presId="urn:microsoft.com/office/officeart/2005/8/layout/hierarchy1"/>
    <dgm:cxn modelId="{27C03E09-3DFE-4151-AA7A-68290257ADA7}" type="presParOf" srcId="{83C055D7-7B0B-4144-BAD8-E0FC335B516B}" destId="{A333E4DC-5863-408E-A4F8-D9A07D5C603D}" srcOrd="1" destOrd="0" presId="urn:microsoft.com/office/officeart/2005/8/layout/hierarchy1"/>
    <dgm:cxn modelId="{26CC6CC5-EAEA-45BD-AF97-7AE64AC0DC2F}" type="presParOf" srcId="{374C5487-F165-49E0-9CBD-916576A8D704}" destId="{5F3F3B5B-F5E1-40EF-926C-50823031BA12}" srcOrd="1" destOrd="0" presId="urn:microsoft.com/office/officeart/2005/8/layout/hierarchy1"/>
    <dgm:cxn modelId="{85DEE27C-8583-443B-A8AB-8E9742028967}" type="presParOf" srcId="{5F3F3B5B-F5E1-40EF-926C-50823031BA12}" destId="{F9F50A4E-F58D-47E5-9FC6-6DA54475B70A}" srcOrd="0" destOrd="0" presId="urn:microsoft.com/office/officeart/2005/8/layout/hierarchy1"/>
    <dgm:cxn modelId="{16BCAB7A-AB82-4626-ADC0-91DAA8596D6E}" type="presParOf" srcId="{F9F50A4E-F58D-47E5-9FC6-6DA54475B70A}" destId="{B535BFE9-AFF1-465F-A92F-49BFC6E09CCD}" srcOrd="0" destOrd="0" presId="urn:microsoft.com/office/officeart/2005/8/layout/hierarchy1"/>
    <dgm:cxn modelId="{F99B42B1-FAB1-4E4A-969F-D66CE12181FC}" type="presParOf" srcId="{F9F50A4E-F58D-47E5-9FC6-6DA54475B70A}" destId="{0A59173F-6260-432C-82B4-B34FABEEF059}" srcOrd="1" destOrd="0" presId="urn:microsoft.com/office/officeart/2005/8/layout/hierarchy1"/>
    <dgm:cxn modelId="{C5208F0F-302B-43FA-BE3E-9958EA78FAD5}" type="presParOf" srcId="{5F3F3B5B-F5E1-40EF-926C-50823031BA12}" destId="{FECFB753-C598-4990-9414-79DA9BD7777F}" srcOrd="1" destOrd="0" presId="urn:microsoft.com/office/officeart/2005/8/layout/hierarchy1"/>
    <dgm:cxn modelId="{D48B5AE3-DC06-4535-B62A-3C3D80A728D4}" type="presParOf" srcId="{374C5487-F165-49E0-9CBD-916576A8D704}" destId="{32B2A7C9-B5A3-4B48-A24D-7893D597B64A}" srcOrd="2" destOrd="0" presId="urn:microsoft.com/office/officeart/2005/8/layout/hierarchy1"/>
    <dgm:cxn modelId="{025BA2AB-09B8-46DB-AED7-4EF08638098F}" type="presParOf" srcId="{32B2A7C9-B5A3-4B48-A24D-7893D597B64A}" destId="{DAFA85BC-F43D-4E3A-B240-AB40F7B4D492}" srcOrd="0" destOrd="0" presId="urn:microsoft.com/office/officeart/2005/8/layout/hierarchy1"/>
    <dgm:cxn modelId="{7239C1E9-B520-4318-9929-9389F461AEEA}" type="presParOf" srcId="{DAFA85BC-F43D-4E3A-B240-AB40F7B4D492}" destId="{4CED425D-4999-430D-92D5-10D99A0B8BBF}" srcOrd="0" destOrd="0" presId="urn:microsoft.com/office/officeart/2005/8/layout/hierarchy1"/>
    <dgm:cxn modelId="{16AF671B-A019-46EF-BA91-3B68C2E4C604}" type="presParOf" srcId="{DAFA85BC-F43D-4E3A-B240-AB40F7B4D492}" destId="{FA9DC0DE-D89C-41CF-8ABD-F6B2D7644B19}" srcOrd="1" destOrd="0" presId="urn:microsoft.com/office/officeart/2005/8/layout/hierarchy1"/>
    <dgm:cxn modelId="{7145F66A-D78E-4C50-9062-558B1EA5CE18}" type="presParOf" srcId="{32B2A7C9-B5A3-4B48-A24D-7893D597B64A}" destId="{9AA00AD8-A8CE-46BA-B6E4-8A8A7758D470}" srcOrd="1" destOrd="0" presId="urn:microsoft.com/office/officeart/2005/8/layout/hierarchy1"/>
    <dgm:cxn modelId="{4CF72A25-8915-4335-80F3-52EB72EF5201}" type="presParOf" srcId="{374C5487-F165-49E0-9CBD-916576A8D704}" destId="{CFB35994-B7F4-42F5-8D56-B3654A4ECA73}" srcOrd="3" destOrd="0" presId="urn:microsoft.com/office/officeart/2005/8/layout/hierarchy1"/>
    <dgm:cxn modelId="{C885EAAA-45C1-4554-AB95-6A21C96E762E}" type="presParOf" srcId="{CFB35994-B7F4-42F5-8D56-B3654A4ECA73}" destId="{B55896D1-B864-4AD3-9D72-A61F89F10CD8}" srcOrd="0" destOrd="0" presId="urn:microsoft.com/office/officeart/2005/8/layout/hierarchy1"/>
    <dgm:cxn modelId="{B722386B-A08C-4C7F-9E7A-281AFAED81E2}" type="presParOf" srcId="{B55896D1-B864-4AD3-9D72-A61F89F10CD8}" destId="{FF67F267-504A-4C12-B32C-F0960FAD90E2}" srcOrd="0" destOrd="0" presId="urn:microsoft.com/office/officeart/2005/8/layout/hierarchy1"/>
    <dgm:cxn modelId="{D715DE6C-4099-4D3D-AE04-8E282E35BDF1}" type="presParOf" srcId="{B55896D1-B864-4AD3-9D72-A61F89F10CD8}" destId="{7AB76F44-0B2A-4BA8-BCA4-3B03C8947607}" srcOrd="1" destOrd="0" presId="urn:microsoft.com/office/officeart/2005/8/layout/hierarchy1"/>
    <dgm:cxn modelId="{C52C5554-874E-4ACE-955B-8F7A9C547DF2}" type="presParOf" srcId="{CFB35994-B7F4-42F5-8D56-B3654A4ECA73}" destId="{2649205A-911C-460C-B902-92916D5AD6D1}" srcOrd="1" destOrd="0" presId="urn:microsoft.com/office/officeart/2005/8/layout/hierarchy1"/>
    <dgm:cxn modelId="{095000A7-C1CC-44D8-BE42-8E934CCBE4AA}" type="presParOf" srcId="{374C5487-F165-49E0-9CBD-916576A8D704}" destId="{9BB3C8C6-32EB-4413-BB9F-B786F6277374}" srcOrd="4" destOrd="0" presId="urn:microsoft.com/office/officeart/2005/8/layout/hierarchy1"/>
    <dgm:cxn modelId="{FB1EECBA-84A3-459C-BD39-7ACE2AB7D864}" type="presParOf" srcId="{9BB3C8C6-32EB-4413-BB9F-B786F6277374}" destId="{A933B6D5-B755-49E3-92C1-0B74EB0A1D7B}" srcOrd="0" destOrd="0" presId="urn:microsoft.com/office/officeart/2005/8/layout/hierarchy1"/>
    <dgm:cxn modelId="{92E7A94D-E1F0-44FF-8C8B-5929BDEE0C5A}" type="presParOf" srcId="{A933B6D5-B755-49E3-92C1-0B74EB0A1D7B}" destId="{3211F0FF-08BF-46FD-AF8E-999617C0BE76}" srcOrd="0" destOrd="0" presId="urn:microsoft.com/office/officeart/2005/8/layout/hierarchy1"/>
    <dgm:cxn modelId="{82033F00-340A-4960-B0D1-CE506D18A095}" type="presParOf" srcId="{A933B6D5-B755-49E3-92C1-0B74EB0A1D7B}" destId="{02CF67E6-C72F-4254-A1ED-2A885FD59F65}" srcOrd="1" destOrd="0" presId="urn:microsoft.com/office/officeart/2005/8/layout/hierarchy1"/>
    <dgm:cxn modelId="{A3DD3101-4761-4E40-A1CD-4E10C59B3321}" type="presParOf" srcId="{9BB3C8C6-32EB-4413-BB9F-B786F6277374}" destId="{481B26F5-8870-409A-B3F6-731EDE76BC55}" srcOrd="1" destOrd="0" presId="urn:microsoft.com/office/officeart/2005/8/layout/hierarchy1"/>
    <dgm:cxn modelId="{733D84E3-DF65-412C-BD6D-A43446DFF1E9}" type="presParOf" srcId="{374C5487-F165-49E0-9CBD-916576A8D704}" destId="{ADBCE23B-C348-41D3-A2B1-3EAB3939A345}" srcOrd="5" destOrd="0" presId="urn:microsoft.com/office/officeart/2005/8/layout/hierarchy1"/>
    <dgm:cxn modelId="{86C99EFD-CAC8-4818-A9C2-179377BB1FA0}" type="presParOf" srcId="{ADBCE23B-C348-41D3-A2B1-3EAB3939A345}" destId="{EC9B3225-86E7-4D3E-BCB4-DA4BC3B2328D}" srcOrd="0" destOrd="0" presId="urn:microsoft.com/office/officeart/2005/8/layout/hierarchy1"/>
    <dgm:cxn modelId="{AD2CAF5A-BD7A-487B-A56C-D21444B62132}" type="presParOf" srcId="{EC9B3225-86E7-4D3E-BCB4-DA4BC3B2328D}" destId="{E6229891-9F07-40C8-AB93-2F9A05920B02}" srcOrd="0" destOrd="0" presId="urn:microsoft.com/office/officeart/2005/8/layout/hierarchy1"/>
    <dgm:cxn modelId="{6AE64F8A-3C92-4306-A728-D83414ED1A4B}" type="presParOf" srcId="{EC9B3225-86E7-4D3E-BCB4-DA4BC3B2328D}" destId="{2CD0FBB0-DE1E-4FF2-912F-C4958ACEBBD5}" srcOrd="1" destOrd="0" presId="urn:microsoft.com/office/officeart/2005/8/layout/hierarchy1"/>
    <dgm:cxn modelId="{C1F4830A-01C6-4DC6-A0CE-D80DDA71F611}" type="presParOf" srcId="{ADBCE23B-C348-41D3-A2B1-3EAB3939A345}" destId="{E152A136-D45B-471E-B3D1-EDEB76F2D71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F4116E-61D9-45A6-8027-D1131AFB51FA}">
      <dsp:nvSpPr>
        <dsp:cNvPr id="0" name=""/>
        <dsp:cNvSpPr/>
      </dsp:nvSpPr>
      <dsp:spPr>
        <a:xfrm>
          <a:off x="1193"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F3EA8A2-798D-4438-94E7-A7BA1ED0E470}">
      <dsp:nvSpPr>
        <dsp:cNvPr id="0" name=""/>
        <dsp:cNvSpPr/>
      </dsp:nvSpPr>
      <dsp:spPr>
        <a:xfrm>
          <a:off x="151605"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Organización física de archivos</a:t>
          </a:r>
          <a:endParaRPr lang="en-US" sz="1200" kern="1200" dirty="0"/>
        </a:p>
      </dsp:txBody>
      <dsp:txXfrm>
        <a:off x="176782" y="1350227"/>
        <a:ext cx="1303356" cy="809251"/>
      </dsp:txXfrm>
    </dsp:sp>
    <dsp:sp modelId="{B535BFE9-AFF1-465F-A92F-49BFC6E09CCD}">
      <dsp:nvSpPr>
        <dsp:cNvPr id="0" name=""/>
        <dsp:cNvSpPr/>
      </dsp:nvSpPr>
      <dsp:spPr>
        <a:xfrm>
          <a:off x="1655728"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A59173F-6260-432C-82B4-B34FABEEF059}">
      <dsp:nvSpPr>
        <dsp:cNvPr id="0" name=""/>
        <dsp:cNvSpPr/>
      </dsp:nvSpPr>
      <dsp:spPr>
        <a:xfrm>
          <a:off x="1806140"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a:t>Otras arquitecturas de almacenamiento de datos</a:t>
          </a:r>
          <a:endParaRPr lang="en-US" sz="1200" kern="1200" dirty="0"/>
        </a:p>
      </dsp:txBody>
      <dsp:txXfrm>
        <a:off x="1831317" y="1350227"/>
        <a:ext cx="1303356" cy="809251"/>
      </dsp:txXfrm>
    </dsp:sp>
    <dsp:sp modelId="{4CED425D-4999-430D-92D5-10D99A0B8BBF}">
      <dsp:nvSpPr>
        <dsp:cNvPr id="0" name=""/>
        <dsp:cNvSpPr/>
      </dsp:nvSpPr>
      <dsp:spPr>
        <a:xfrm>
          <a:off x="3310262"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A9DC0DE-D89C-41CF-8ABD-F6B2D7644B19}">
      <dsp:nvSpPr>
        <dsp:cNvPr id="0" name=""/>
        <dsp:cNvSpPr/>
      </dsp:nvSpPr>
      <dsp:spPr>
        <a:xfrm>
          <a:off x="3460674"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Defragmentation de disco</a:t>
          </a:r>
        </a:p>
      </dsp:txBody>
      <dsp:txXfrm>
        <a:off x="3485851" y="1350227"/>
        <a:ext cx="1303356" cy="809251"/>
      </dsp:txXfrm>
    </dsp:sp>
    <dsp:sp modelId="{FF67F267-504A-4C12-B32C-F0960FAD90E2}">
      <dsp:nvSpPr>
        <dsp:cNvPr id="0" name=""/>
        <dsp:cNvSpPr/>
      </dsp:nvSpPr>
      <dsp:spPr>
        <a:xfrm>
          <a:off x="4964797"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AB76F44-0B2A-4BA8-BCA4-3B03C8947607}">
      <dsp:nvSpPr>
        <dsp:cNvPr id="0" name=""/>
        <dsp:cNvSpPr/>
      </dsp:nvSpPr>
      <dsp:spPr>
        <a:xfrm>
          <a:off x="5115209"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Organizaciones primarias de archivos</a:t>
          </a:r>
          <a:endParaRPr lang="en-US" sz="1200" kern="1200" dirty="0"/>
        </a:p>
      </dsp:txBody>
      <dsp:txXfrm>
        <a:off x="5140386" y="1350227"/>
        <a:ext cx="1303356" cy="809251"/>
      </dsp:txXfrm>
    </dsp:sp>
    <dsp:sp modelId="{3211F0FF-08BF-46FD-AF8E-999617C0BE76}">
      <dsp:nvSpPr>
        <dsp:cNvPr id="0" name=""/>
        <dsp:cNvSpPr/>
      </dsp:nvSpPr>
      <dsp:spPr>
        <a:xfrm>
          <a:off x="6619331"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2CF67E6-C72F-4254-A1ED-2A885FD59F65}">
      <dsp:nvSpPr>
        <dsp:cNvPr id="0" name=""/>
        <dsp:cNvSpPr/>
      </dsp:nvSpPr>
      <dsp:spPr>
        <a:xfrm>
          <a:off x="6769743"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ES" sz="1200" kern="1200" dirty="0"/>
            <a:t>Estructura de indexación para ficheros</a:t>
          </a:r>
          <a:endParaRPr lang="en-US" sz="1200" kern="1200" dirty="0"/>
        </a:p>
      </dsp:txBody>
      <dsp:txXfrm>
        <a:off x="6794920" y="1350227"/>
        <a:ext cx="1303356" cy="809251"/>
      </dsp:txXfrm>
    </dsp:sp>
    <dsp:sp modelId="{E6229891-9F07-40C8-AB93-2F9A05920B02}">
      <dsp:nvSpPr>
        <dsp:cNvPr id="0" name=""/>
        <dsp:cNvSpPr/>
      </dsp:nvSpPr>
      <dsp:spPr>
        <a:xfrm>
          <a:off x="8273866" y="1182158"/>
          <a:ext cx="1353710" cy="859605"/>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CD0FBB0-DE1E-4FF2-912F-C4958ACEBBD5}">
      <dsp:nvSpPr>
        <dsp:cNvPr id="0" name=""/>
        <dsp:cNvSpPr/>
      </dsp:nvSpPr>
      <dsp:spPr>
        <a:xfrm>
          <a:off x="8424278" y="1325050"/>
          <a:ext cx="1353710" cy="859605"/>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CR" sz="1200" kern="1200" dirty="0"/>
            <a:t>Laboratorio</a:t>
          </a:r>
        </a:p>
      </dsp:txBody>
      <dsp:txXfrm>
        <a:off x="8449455" y="1350227"/>
        <a:ext cx="1303356" cy="80925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DD7406EE-1E5E-4394-B508-934A428A455A}" type="datetime1">
              <a:rPr lang="es-ES" smtClean="0"/>
              <a:t>20/03/2026</a:t>
            </a:fld>
            <a:endParaRPr lang="es-ES" dirty="0"/>
          </a:p>
        </p:txBody>
      </p:sp>
      <p:sp>
        <p:nvSpPr>
          <p:cNvPr id="4" name="Marcador de pie de página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número de diapositiva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EAFF3A6F-DEFA-45E0-9496-BEE7C2C6F3D0}" type="slidenum">
              <a:rPr lang="es-ES" smtClean="0"/>
              <a:t>‹Nº›</a:t>
            </a:fld>
            <a:endParaRPr lang="es-E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920ADD3C-FF21-4216-9D7A-8A22E020B1F0}" type="datetime1">
              <a:rPr lang="es-ES" smtClean="0"/>
              <a:t>20/03/2026</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F97DC217-DF71-1A49-B3EA-559F1F43B0FF}" type="slidenum">
              <a:rPr lang="es-ES" smtClean="0"/>
              <a:t>‹Nº›</a:t>
            </a:fld>
            <a:endParaRPr lang="es-E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1</a:t>
            </a:fld>
            <a:endParaRPr lang="es-E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2</a:t>
            </a:fld>
            <a:endParaRPr lang="es-E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3</a:t>
            </a:fld>
            <a:endParaRPr lang="es-ES" dirty="0"/>
          </a:p>
        </p:txBody>
      </p:sp>
    </p:spTree>
    <p:extLst>
      <p:ext uri="{BB962C8B-B14F-4D97-AF65-F5344CB8AC3E}">
        <p14:creationId xmlns:p14="http://schemas.microsoft.com/office/powerpoint/2010/main" val="1639086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C54A9-74EA-06F2-B0B2-DB2E4AAEBB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A779BE-5F15-CE3E-72DF-A1898CF7C8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99A119-F238-043D-2F02-385F35AE10AB}"/>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C2120D02-07BF-94C0-0D9E-BB5528C9129B}"/>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4</a:t>
            </a:fld>
            <a:endParaRPr lang="es-ES" dirty="0"/>
          </a:p>
        </p:txBody>
      </p:sp>
    </p:spTree>
    <p:extLst>
      <p:ext uri="{BB962C8B-B14F-4D97-AF65-F5344CB8AC3E}">
        <p14:creationId xmlns:p14="http://schemas.microsoft.com/office/powerpoint/2010/main" val="2412607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6877A-FFDE-58AE-87AB-50698E598E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CFC095-3566-5F77-1F4D-5C878D86EBF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9092CE-5AA5-C476-1EE4-F04404CC38C7}"/>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BA2DF6B7-04C6-CD1F-4C01-BDF2CCB64BEB}"/>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5</a:t>
            </a:fld>
            <a:endParaRPr lang="es-ES" dirty="0"/>
          </a:p>
        </p:txBody>
      </p:sp>
    </p:spTree>
    <p:extLst>
      <p:ext uri="{BB962C8B-B14F-4D97-AF65-F5344CB8AC3E}">
        <p14:creationId xmlns:p14="http://schemas.microsoft.com/office/powerpoint/2010/main" val="1461174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25A20-2973-55B4-050D-6AC8BCC504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E2F83C-AE5F-2BC7-E868-3E9A8FCD9F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A3152D-E48D-98F9-F2C2-42429DAB7163}"/>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15B5E9F2-73D7-FB69-CA2A-8326159BF8A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6</a:t>
            </a:fld>
            <a:endParaRPr lang="es-ES" dirty="0"/>
          </a:p>
        </p:txBody>
      </p:sp>
    </p:spTree>
    <p:extLst>
      <p:ext uri="{BB962C8B-B14F-4D97-AF65-F5344CB8AC3E}">
        <p14:creationId xmlns:p14="http://schemas.microsoft.com/office/powerpoint/2010/main" val="6674383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B6319-F6DF-3002-FB20-8A330385B6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474D22-8530-A598-BA28-8842A831A7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51D8AD8-AA00-408C-EEC3-99FBFDE90A4F}"/>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F56ADB0D-E474-9390-A10E-5072565F071A}"/>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7</a:t>
            </a:fld>
            <a:endParaRPr lang="es-ES" dirty="0"/>
          </a:p>
        </p:txBody>
      </p:sp>
    </p:spTree>
    <p:extLst>
      <p:ext uri="{BB962C8B-B14F-4D97-AF65-F5344CB8AC3E}">
        <p14:creationId xmlns:p14="http://schemas.microsoft.com/office/powerpoint/2010/main" val="1513385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9DB44-EAEE-3FF2-A710-4336CB089DE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B706A4-D571-79B3-958F-14722AA1E9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AC993E-E93E-DB46-600B-FF73CA32A23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5C09CC69-7111-AE17-367D-90F58647AF65}"/>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8</a:t>
            </a:fld>
            <a:endParaRPr lang="es-ES" dirty="0"/>
          </a:p>
        </p:txBody>
      </p:sp>
    </p:spTree>
    <p:extLst>
      <p:ext uri="{BB962C8B-B14F-4D97-AF65-F5344CB8AC3E}">
        <p14:creationId xmlns:p14="http://schemas.microsoft.com/office/powerpoint/2010/main" val="313426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F50E1-BD69-ACFC-1EB2-990DA5A5E5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6621526-04BF-16B8-2A93-3121DD7932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361EA2-680D-305B-30BD-A182B8EEDAAA}"/>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50B019A-23FB-A906-A68F-3CE905AA3B6D}"/>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9</a:t>
            </a:fld>
            <a:endParaRPr lang="es-ES" dirty="0"/>
          </a:p>
        </p:txBody>
      </p:sp>
    </p:spTree>
    <p:extLst>
      <p:ext uri="{BB962C8B-B14F-4D97-AF65-F5344CB8AC3E}">
        <p14:creationId xmlns:p14="http://schemas.microsoft.com/office/powerpoint/2010/main" val="5386032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82F6F-C69C-AF37-C236-E553E194DE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D5F0CB-2DA7-6ECD-3640-3B76922B44B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7BB198-CA0A-8E1E-2CB5-80853DAD1225}"/>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8F019BD4-2561-4A3B-C076-8D5464DFBA72}"/>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10</a:t>
            </a:fld>
            <a:endParaRPr lang="es-ES" dirty="0"/>
          </a:p>
        </p:txBody>
      </p:sp>
    </p:spTree>
    <p:extLst>
      <p:ext uri="{BB962C8B-B14F-4D97-AF65-F5344CB8AC3E}">
        <p14:creationId xmlns:p14="http://schemas.microsoft.com/office/powerpoint/2010/main" val="3371260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657C3-DF87-C829-3595-DEBDE9D191F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0E26EF-6F76-3861-B888-8A407FC062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C37A78-8FFE-F5D1-5689-9A4DADC896F1}"/>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0F6D8E6F-B880-C303-270E-7D06AD460FF1}"/>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11</a:t>
            </a:fld>
            <a:endParaRPr lang="es-ES" dirty="0"/>
          </a:p>
        </p:txBody>
      </p:sp>
    </p:spTree>
    <p:extLst>
      <p:ext uri="{BB962C8B-B14F-4D97-AF65-F5344CB8AC3E}">
        <p14:creationId xmlns:p14="http://schemas.microsoft.com/office/powerpoint/2010/main" val="3340410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9F93-FA51-D344-8D1E-36B0F7BC040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2D2FF8-899E-797C-C12C-7085FFDE1E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C414C20-7D94-FFF5-CFE5-25A1498C6CED}"/>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161FFF89-BB49-53E3-A689-533A6F0F09D3}"/>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12</a:t>
            </a:fld>
            <a:endParaRPr lang="es-ES" dirty="0"/>
          </a:p>
        </p:txBody>
      </p:sp>
    </p:spTree>
    <p:extLst>
      <p:ext uri="{BB962C8B-B14F-4D97-AF65-F5344CB8AC3E}">
        <p14:creationId xmlns:p14="http://schemas.microsoft.com/office/powerpoint/2010/main" val="3636135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07AC5-7675-B6E8-8166-D9385A543A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F8ADEA-D61F-334E-91FF-49A6579977C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FB4DE2D-C206-D29F-0FEB-B1A6902F9866}"/>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8064E6F5-5186-EA1A-A35F-A405016B2421}"/>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13</a:t>
            </a:fld>
            <a:endParaRPr lang="es-ES" dirty="0"/>
          </a:p>
        </p:txBody>
      </p:sp>
    </p:spTree>
    <p:extLst>
      <p:ext uri="{BB962C8B-B14F-4D97-AF65-F5344CB8AC3E}">
        <p14:creationId xmlns:p14="http://schemas.microsoft.com/office/powerpoint/2010/main" val="33908283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B3267-8D47-ABA6-B691-2DFA0703BE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E35DDA-530D-4269-D909-FB66B3340CA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F713FF-01A1-8E68-53BA-DE8563AA568A}"/>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B28CC233-4688-50DF-1C08-D831305F2B4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14</a:t>
            </a:fld>
            <a:endParaRPr lang="es-ES" dirty="0"/>
          </a:p>
        </p:txBody>
      </p:sp>
    </p:spTree>
    <p:extLst>
      <p:ext uri="{BB962C8B-B14F-4D97-AF65-F5344CB8AC3E}">
        <p14:creationId xmlns:p14="http://schemas.microsoft.com/office/powerpoint/2010/main" val="1440886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42699-DB49-47F6-F4F6-1E780EEADB3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7664DF1-5939-5889-18AB-212E336520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FD3C17-37C0-EF6D-681A-8504FFDE750C}"/>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8B80763C-1AC1-210A-E3F9-A2F7F5A70A90}"/>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15</a:t>
            </a:fld>
            <a:endParaRPr lang="es-ES" dirty="0"/>
          </a:p>
        </p:txBody>
      </p:sp>
    </p:spTree>
    <p:extLst>
      <p:ext uri="{BB962C8B-B14F-4D97-AF65-F5344CB8AC3E}">
        <p14:creationId xmlns:p14="http://schemas.microsoft.com/office/powerpoint/2010/main" val="1316278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AFD09-83E0-ADFD-E9EB-D7E2AE1659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4CC46E-0821-3F95-04B9-20095539F8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60137C-16C4-598C-0899-E89401EC3A1D}"/>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16E6001-B491-5C1F-D24C-F91A178F34D1}"/>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16</a:t>
            </a:fld>
            <a:endParaRPr lang="es-ES" dirty="0"/>
          </a:p>
        </p:txBody>
      </p:sp>
    </p:spTree>
    <p:extLst>
      <p:ext uri="{BB962C8B-B14F-4D97-AF65-F5344CB8AC3E}">
        <p14:creationId xmlns:p14="http://schemas.microsoft.com/office/powerpoint/2010/main" val="18600368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EFAB-0FD9-6D5C-0B77-01666CCA89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3D8579-BD9A-3358-C97E-2B31D3B93AE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D399C5-0352-AE9C-2908-9255393B7BFB}"/>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4CD4BD81-9320-0EFE-A032-992FD65F0036}"/>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17</a:t>
            </a:fld>
            <a:endParaRPr lang="es-ES" dirty="0"/>
          </a:p>
        </p:txBody>
      </p:sp>
    </p:spTree>
    <p:extLst>
      <p:ext uri="{BB962C8B-B14F-4D97-AF65-F5344CB8AC3E}">
        <p14:creationId xmlns:p14="http://schemas.microsoft.com/office/powerpoint/2010/main" val="710386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96638-0498-AD85-39DF-632E024B04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53D407-1DCA-98D5-7133-310C69BE75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FC328D-879A-3974-D2AF-60B5D7FD75B0}"/>
              </a:ext>
            </a:extLst>
          </p:cNvPr>
          <p:cNvSpPr>
            <a:spLocks noGrp="1"/>
          </p:cNvSpPr>
          <p:nvPr>
            <p:ph type="body" idx="1"/>
          </p:nvPr>
        </p:nvSpPr>
        <p:spPr/>
        <p:txBody>
          <a:bodyPr rtlCol="0"/>
          <a:lstStyle>
            <a:defPPr>
              <a:defRPr lang="es-ES"/>
            </a:defPPr>
          </a:lstStyle>
          <a:p>
            <a:r>
              <a:rPr lang="es-MX" b="1" dirty="0"/>
              <a:t>📦 1. “Las páginas se agrupan en </a:t>
            </a:r>
            <a:r>
              <a:rPr lang="es-MX" b="1" dirty="0" err="1"/>
              <a:t>extents</a:t>
            </a:r>
            <a:r>
              <a:rPr lang="es-MX" b="1" dirty="0"/>
              <a:t>”</a:t>
            </a:r>
          </a:p>
          <a:p>
            <a:r>
              <a:rPr lang="es-MX" b="1" dirty="0"/>
              <a:t>🧠 Idea básica</a:t>
            </a:r>
          </a:p>
          <a:p>
            <a:r>
              <a:rPr lang="es-MX" dirty="0"/>
              <a:t>La base de datos </a:t>
            </a:r>
            <a:r>
              <a:rPr lang="es-MX" b="1" dirty="0"/>
              <a:t>no guarda datos sueltos</a:t>
            </a:r>
            <a:endParaRPr lang="es-MX" dirty="0"/>
          </a:p>
          <a:p>
            <a:r>
              <a:rPr lang="es-MX" dirty="0"/>
              <a:t>Los guarda en </a:t>
            </a:r>
            <a:r>
              <a:rPr lang="es-MX" b="1" dirty="0"/>
              <a:t>bloques llamados páginas</a:t>
            </a:r>
            <a:r>
              <a:rPr lang="es-MX" dirty="0"/>
              <a:t> (</a:t>
            </a:r>
            <a:r>
              <a:rPr lang="es-MX" dirty="0" err="1"/>
              <a:t>ej</a:t>
            </a:r>
            <a:r>
              <a:rPr lang="es-MX" dirty="0"/>
              <a:t>: 8 KB)</a:t>
            </a:r>
          </a:p>
          <a:p>
            <a:r>
              <a:rPr lang="es-MX" dirty="0"/>
              <a:t>Y esas páginas se agrupan en algo más grande llamado </a:t>
            </a:r>
            <a:r>
              <a:rPr lang="es-MX" b="1" dirty="0" err="1"/>
              <a:t>extent</a:t>
            </a:r>
            <a:endParaRPr lang="es-MX" dirty="0"/>
          </a:p>
          <a:p>
            <a:br>
              <a:rPr lang="es-MX" dirty="0"/>
            </a:br>
            <a:endParaRPr lang="es-MX" dirty="0"/>
          </a:p>
          <a:p>
            <a:r>
              <a:rPr lang="es-MX" b="1" dirty="0"/>
              <a:t>📚 Analogía (muy buena para clase)</a:t>
            </a:r>
          </a:p>
          <a:p>
            <a:r>
              <a:rPr lang="es-MX" dirty="0"/>
              <a:t>Imagina una biblioteca:</a:t>
            </a:r>
          </a:p>
          <a:p>
            <a:r>
              <a:rPr lang="es-MX" dirty="0"/>
              <a:t>📄 Página → una hoja de un libro</a:t>
            </a:r>
          </a:p>
          <a:p>
            <a:r>
              <a:rPr lang="es-MX" dirty="0"/>
              <a:t>📘 </a:t>
            </a:r>
            <a:r>
              <a:rPr lang="es-MX" dirty="0" err="1"/>
              <a:t>Extent</a:t>
            </a:r>
            <a:r>
              <a:rPr lang="es-MX" dirty="0"/>
              <a:t> → un conjunto de hojas juntas (un cuadernillo)</a:t>
            </a:r>
          </a:p>
          <a:p>
            <a:r>
              <a:rPr lang="es-MX" dirty="0"/>
              <a:t>👉 Es más eficiente manejar </a:t>
            </a:r>
            <a:r>
              <a:rPr lang="es-MX" b="1" dirty="0"/>
              <a:t>grupos de páginas</a:t>
            </a:r>
            <a:r>
              <a:rPr lang="es-MX" dirty="0"/>
              <a:t> que una por una.</a:t>
            </a:r>
          </a:p>
          <a:p>
            <a:br>
              <a:rPr lang="es-MX" dirty="0"/>
            </a:br>
            <a:endParaRPr lang="es-MX" dirty="0"/>
          </a:p>
          <a:p>
            <a:r>
              <a:rPr lang="es-MX" b="1" dirty="0"/>
              <a:t>⚙️ ¿Por qué existen los </a:t>
            </a:r>
            <a:r>
              <a:rPr lang="es-MX" b="1" dirty="0" err="1"/>
              <a:t>extents</a:t>
            </a:r>
            <a:r>
              <a:rPr lang="es-MX" b="1" dirty="0"/>
              <a:t>?</a:t>
            </a:r>
          </a:p>
          <a:p>
            <a:r>
              <a:rPr lang="es-MX" dirty="0"/>
              <a:t>Porque:</a:t>
            </a:r>
          </a:p>
          <a:p>
            <a:r>
              <a:rPr lang="es-MX" dirty="0"/>
              <a:t>Leer 1 página = lento ❌</a:t>
            </a:r>
          </a:p>
          <a:p>
            <a:r>
              <a:rPr lang="es-MX" dirty="0"/>
              <a:t>Leer varias páginas juntas = más rápido ✅</a:t>
            </a:r>
          </a:p>
          <a:p>
            <a:r>
              <a:rPr lang="es-MX" dirty="0"/>
              <a:t>👉 El disco trabaja mejor con bloques grandes</a:t>
            </a:r>
          </a:p>
          <a:p>
            <a:br>
              <a:rPr lang="es-MX" dirty="0"/>
            </a:br>
            <a:endParaRPr lang="es-MX" dirty="0"/>
          </a:p>
          <a:p>
            <a:r>
              <a:rPr lang="es-MX" b="1" dirty="0"/>
              <a:t>🎯 Resumen fácil</a:t>
            </a:r>
          </a:p>
          <a:p>
            <a:r>
              <a:rPr lang="es-MX" dirty="0"/>
              <a:t>Un </a:t>
            </a:r>
            <a:r>
              <a:rPr lang="es-MX" b="1" dirty="0" err="1"/>
              <a:t>extent</a:t>
            </a:r>
            <a:r>
              <a:rPr lang="es-MX" dirty="0"/>
              <a:t> es un grupo de páginas que la base de datos usa para almacenar datos de forma más eficiente.</a:t>
            </a:r>
          </a:p>
          <a:p>
            <a:pPr rtl="0"/>
            <a:endParaRPr lang="es-ES" dirty="0"/>
          </a:p>
        </p:txBody>
      </p:sp>
      <p:sp>
        <p:nvSpPr>
          <p:cNvPr id="4" name="Marcador de número de diapositiva 3">
            <a:extLst>
              <a:ext uri="{FF2B5EF4-FFF2-40B4-BE49-F238E27FC236}">
                <a16:creationId xmlns:a16="http://schemas.microsoft.com/office/drawing/2014/main" id="{14F1DEDF-2826-38F5-F740-3AC1F80C01CE}"/>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18</a:t>
            </a:fld>
            <a:endParaRPr lang="es-ES" dirty="0"/>
          </a:p>
        </p:txBody>
      </p:sp>
    </p:spTree>
    <p:extLst>
      <p:ext uri="{BB962C8B-B14F-4D97-AF65-F5344CB8AC3E}">
        <p14:creationId xmlns:p14="http://schemas.microsoft.com/office/powerpoint/2010/main" val="2863672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53122-BAB4-F40E-DB00-8FFF666257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0F281E-32EE-B8EF-8CE1-1B19030EC7D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46763D9-9C89-94C5-0CD9-4A192CF66382}"/>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6EC9ED14-E62E-228C-7B01-16D83E0B92EA}"/>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19</a:t>
            </a:fld>
            <a:endParaRPr lang="es-ES" dirty="0"/>
          </a:p>
        </p:txBody>
      </p:sp>
    </p:spTree>
    <p:extLst>
      <p:ext uri="{BB962C8B-B14F-4D97-AF65-F5344CB8AC3E}">
        <p14:creationId xmlns:p14="http://schemas.microsoft.com/office/powerpoint/2010/main" val="42107401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E1432-387E-5325-0E81-7CBA971EE6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7980B-F5ED-C51E-0568-9D158F3B3CD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EED7CFC-02E8-87B6-141A-7F2416115D4F}"/>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E560245B-107B-0E00-439D-35127B48BA6A}"/>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20</a:t>
            </a:fld>
            <a:endParaRPr lang="es-ES" dirty="0"/>
          </a:p>
        </p:txBody>
      </p:sp>
    </p:spTree>
    <p:extLst>
      <p:ext uri="{BB962C8B-B14F-4D97-AF65-F5344CB8AC3E}">
        <p14:creationId xmlns:p14="http://schemas.microsoft.com/office/powerpoint/2010/main" val="2837240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977F-69BE-A08D-DA1D-4F9C5EFE2C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D12244-9C64-9642-A0E9-F676DC019F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D6ED237-407B-B473-707E-9F75399D3901}"/>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9A4E965-36E1-BD77-F461-042303856D10}"/>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21</a:t>
            </a:fld>
            <a:endParaRPr lang="es-ES" dirty="0"/>
          </a:p>
        </p:txBody>
      </p:sp>
    </p:spTree>
    <p:extLst>
      <p:ext uri="{BB962C8B-B14F-4D97-AF65-F5344CB8AC3E}">
        <p14:creationId xmlns:p14="http://schemas.microsoft.com/office/powerpoint/2010/main" val="30013732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F51CA-FF70-2D0F-4BAD-6B7E266855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78BBA3-8F18-82EC-1C99-722A8807105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16935B-D608-815F-3764-C65DA7D45872}"/>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D849F12A-A17F-964D-738A-ACECCF101DF6}"/>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22</a:t>
            </a:fld>
            <a:endParaRPr lang="es-ES" dirty="0"/>
          </a:p>
        </p:txBody>
      </p:sp>
    </p:spTree>
    <p:extLst>
      <p:ext uri="{BB962C8B-B14F-4D97-AF65-F5344CB8AC3E}">
        <p14:creationId xmlns:p14="http://schemas.microsoft.com/office/powerpoint/2010/main" val="1931031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3143B-0B31-646B-782D-0368B40F55F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C323B1-A7DF-586A-240A-F0E3780E57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163AFAE-BBA7-1A7F-93F7-1608F875A16E}"/>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8D45ABE2-CF23-4799-E6B6-04133C735AE3}"/>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23</a:t>
            </a:fld>
            <a:endParaRPr lang="es-ES" dirty="0"/>
          </a:p>
        </p:txBody>
      </p:sp>
    </p:spTree>
    <p:extLst>
      <p:ext uri="{BB962C8B-B14F-4D97-AF65-F5344CB8AC3E}">
        <p14:creationId xmlns:p14="http://schemas.microsoft.com/office/powerpoint/2010/main" val="41043107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9ED2-9692-7C58-B2B5-DA3982C4C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20684C-D2FC-7AEF-77D1-8C86B86739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78CFE0-2CC4-6AC7-8376-8E044BA7659E}"/>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B3CAEA68-9CEC-8E1C-5B83-7C81FAC9C0F8}"/>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24</a:t>
            </a:fld>
            <a:endParaRPr lang="es-ES" dirty="0"/>
          </a:p>
        </p:txBody>
      </p:sp>
    </p:spTree>
    <p:extLst>
      <p:ext uri="{BB962C8B-B14F-4D97-AF65-F5344CB8AC3E}">
        <p14:creationId xmlns:p14="http://schemas.microsoft.com/office/powerpoint/2010/main" val="3977259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61697-D5EF-8F12-F0B0-A591748972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22A32-D541-9A48-9CDA-62ADCBDDC47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824EDE-180C-FEC5-AC58-AF4751318891}"/>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ED07BC19-BCC2-7D7C-389E-1FDD879CF0A7}"/>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25</a:t>
            </a:fld>
            <a:endParaRPr lang="es-ES" dirty="0"/>
          </a:p>
        </p:txBody>
      </p:sp>
    </p:spTree>
    <p:extLst>
      <p:ext uri="{BB962C8B-B14F-4D97-AF65-F5344CB8AC3E}">
        <p14:creationId xmlns:p14="http://schemas.microsoft.com/office/powerpoint/2010/main" val="42366729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3B932-D471-63A0-42E6-7F0FD335EE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D2DB6E-3AE6-0719-17DF-6A46FD3CC4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D289AD-0D82-7296-7573-857B5CB5558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35EBDFA-B845-DB43-7C77-7EDCDC49176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26</a:t>
            </a:fld>
            <a:endParaRPr lang="es-ES" dirty="0"/>
          </a:p>
        </p:txBody>
      </p:sp>
    </p:spTree>
    <p:extLst>
      <p:ext uri="{BB962C8B-B14F-4D97-AF65-F5344CB8AC3E}">
        <p14:creationId xmlns:p14="http://schemas.microsoft.com/office/powerpoint/2010/main" val="2013965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BEF2-440D-EC8A-CAAD-B0FA13B61C1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E4E50F-EBF3-071D-00FA-07DA575AA72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857F0C-D1A1-B83E-5570-0B2CFD8CA0CF}"/>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46031EC5-4F03-9938-4E61-3F2F90121A1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27</a:t>
            </a:fld>
            <a:endParaRPr lang="es-ES" dirty="0"/>
          </a:p>
        </p:txBody>
      </p:sp>
    </p:spTree>
    <p:extLst>
      <p:ext uri="{BB962C8B-B14F-4D97-AF65-F5344CB8AC3E}">
        <p14:creationId xmlns:p14="http://schemas.microsoft.com/office/powerpoint/2010/main" val="12320258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40C25-6DCE-D1ED-B91A-890FAE1575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E79169-65B1-5EB6-C8AC-8519D256136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3BB3F8-81E9-FAAF-1336-E815AE460D50}"/>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B50D7863-1875-FF48-3B7E-F4C22E6CFCAE}"/>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28</a:t>
            </a:fld>
            <a:endParaRPr lang="es-ES" dirty="0"/>
          </a:p>
        </p:txBody>
      </p:sp>
    </p:spTree>
    <p:extLst>
      <p:ext uri="{BB962C8B-B14F-4D97-AF65-F5344CB8AC3E}">
        <p14:creationId xmlns:p14="http://schemas.microsoft.com/office/powerpoint/2010/main" val="4372533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3B228-6DC7-C673-8F6E-05C9821FF5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3F41BB-AE90-4F49-376B-1C1CC37E972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B7BFB5E-4CD7-F361-DDCF-F5E1DC10476C}"/>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9F774353-16CD-2ACF-E5F0-8A99F5F9BF6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29</a:t>
            </a:fld>
            <a:endParaRPr lang="es-ES" dirty="0"/>
          </a:p>
        </p:txBody>
      </p:sp>
    </p:spTree>
    <p:extLst>
      <p:ext uri="{BB962C8B-B14F-4D97-AF65-F5344CB8AC3E}">
        <p14:creationId xmlns:p14="http://schemas.microsoft.com/office/powerpoint/2010/main" val="2270814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34257-7595-F499-006C-4A6D5FF9DF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315303C-7F26-FC0E-3B7C-5382DA22A65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868842-21EC-942C-65DF-0682456CB844}"/>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7A9FD81-51B8-3EAB-D6B2-BC3ADC7593F5}"/>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30</a:t>
            </a:fld>
            <a:endParaRPr lang="es-ES" dirty="0"/>
          </a:p>
        </p:txBody>
      </p:sp>
    </p:spTree>
    <p:extLst>
      <p:ext uri="{BB962C8B-B14F-4D97-AF65-F5344CB8AC3E}">
        <p14:creationId xmlns:p14="http://schemas.microsoft.com/office/powerpoint/2010/main" val="1289192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21140-1173-99CA-9C7F-D633D1D11B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DC6282-40F7-2623-8711-0F46098A44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4E6C8F2-1D21-5C97-18C6-B62AAA094245}"/>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D915FA71-D949-78C5-E7C7-26A645E6AF8A}"/>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31</a:t>
            </a:fld>
            <a:endParaRPr lang="es-ES" dirty="0"/>
          </a:p>
        </p:txBody>
      </p:sp>
    </p:spTree>
    <p:extLst>
      <p:ext uri="{BB962C8B-B14F-4D97-AF65-F5344CB8AC3E}">
        <p14:creationId xmlns:p14="http://schemas.microsoft.com/office/powerpoint/2010/main" val="9361720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DE1AA-36CE-B6A0-EED4-7BDB9D2B9A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82753C-694A-DCBF-0DEE-E7DCCC4CCB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5F3B24-C2D3-5197-7193-46DBE94A954F}"/>
              </a:ext>
            </a:extLst>
          </p:cNvPr>
          <p:cNvSpPr>
            <a:spLocks noGrp="1"/>
          </p:cNvSpPr>
          <p:nvPr>
            <p:ph type="body" idx="1"/>
          </p:nvPr>
        </p:nvSpPr>
        <p:spPr/>
        <p:txBody>
          <a:bodyPr rtlCol="0"/>
          <a:lstStyle>
            <a:defPPr>
              <a:defRPr lang="es-ES"/>
            </a:defPPr>
          </a:lstStyle>
          <a:p>
            <a:r>
              <a:rPr lang="es-MX" b="1" dirty="0"/>
              <a:t>⚠️ Problema (importante mencionar)</a:t>
            </a:r>
          </a:p>
          <a:p>
            <a:r>
              <a:rPr lang="es-MX" dirty="0"/>
              <a:t>👉 </a:t>
            </a:r>
            <a:r>
              <a:rPr lang="es-MX" b="1" dirty="0"/>
              <a:t>Colisiones</a:t>
            </a:r>
            <a:endParaRPr lang="es-MX" dirty="0"/>
          </a:p>
          <a:p>
            <a:r>
              <a:rPr lang="es-MX" dirty="0"/>
              <a:t>Dos datos pueden dar el mismo número</a:t>
            </a:r>
          </a:p>
          <a:p>
            <a:r>
              <a:rPr lang="es-MX" dirty="0" err="1"/>
              <a:t>Ej</a:t>
            </a:r>
            <a:r>
              <a:rPr lang="es-MX" dirty="0"/>
              <a:t>:</a:t>
            </a:r>
          </a:p>
          <a:p>
            <a:r>
              <a:rPr lang="es-MX" dirty="0"/>
              <a:t>"Ana" → 5</a:t>
            </a:r>
          </a:p>
          <a:p>
            <a:r>
              <a:rPr lang="es-MX" dirty="0"/>
              <a:t>"Luis" → 5</a:t>
            </a:r>
          </a:p>
          <a:p>
            <a:r>
              <a:rPr lang="es-MX" dirty="0"/>
              <a:t>👉 Hay que manejar eso (listas, encadenamiento, etc.)</a:t>
            </a:r>
          </a:p>
          <a:p>
            <a:pPr rtl="0"/>
            <a:endParaRPr lang="es-ES" dirty="0"/>
          </a:p>
        </p:txBody>
      </p:sp>
      <p:sp>
        <p:nvSpPr>
          <p:cNvPr id="4" name="Marcador de número de diapositiva 3">
            <a:extLst>
              <a:ext uri="{FF2B5EF4-FFF2-40B4-BE49-F238E27FC236}">
                <a16:creationId xmlns:a16="http://schemas.microsoft.com/office/drawing/2014/main" id="{10FF1CE3-1726-B18F-9F60-D33478ABD63E}"/>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32</a:t>
            </a:fld>
            <a:endParaRPr lang="es-ES" dirty="0"/>
          </a:p>
        </p:txBody>
      </p:sp>
    </p:spTree>
    <p:extLst>
      <p:ext uri="{BB962C8B-B14F-4D97-AF65-F5344CB8AC3E}">
        <p14:creationId xmlns:p14="http://schemas.microsoft.com/office/powerpoint/2010/main" val="1787969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26FA4-8475-A51E-7E60-130038EBF4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1CE9F7-461A-A0CD-839B-4BE8EBBEA2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99BBC9-0D08-17F5-5822-1D2040372C1D}"/>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BC75CA58-6E0F-F97E-F0D0-576939883B1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33</a:t>
            </a:fld>
            <a:endParaRPr lang="es-ES" dirty="0"/>
          </a:p>
        </p:txBody>
      </p:sp>
    </p:spTree>
    <p:extLst>
      <p:ext uri="{BB962C8B-B14F-4D97-AF65-F5344CB8AC3E}">
        <p14:creationId xmlns:p14="http://schemas.microsoft.com/office/powerpoint/2010/main" val="20839405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4395F-C9AC-C732-D6D2-05AF240C4D8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146467-AF51-4888-0358-562EB7A4F9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41B81F1-DB61-62AA-AA5F-9414D6077027}"/>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196D7354-0968-18A7-F581-11B53E310AF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34</a:t>
            </a:fld>
            <a:endParaRPr lang="es-ES" dirty="0"/>
          </a:p>
        </p:txBody>
      </p:sp>
    </p:spTree>
    <p:extLst>
      <p:ext uri="{BB962C8B-B14F-4D97-AF65-F5344CB8AC3E}">
        <p14:creationId xmlns:p14="http://schemas.microsoft.com/office/powerpoint/2010/main" val="19124418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9BD39-F4EA-C1C7-4E32-2CB1C5D223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B90D2C-884F-EBBB-585E-40F2FFBBC3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F471D4-BCAA-5A75-6C3D-2A50259347B5}"/>
              </a:ext>
            </a:extLst>
          </p:cNvPr>
          <p:cNvSpPr>
            <a:spLocks noGrp="1"/>
          </p:cNvSpPr>
          <p:nvPr>
            <p:ph type="body" idx="1"/>
          </p:nvPr>
        </p:nvSpPr>
        <p:spPr/>
        <p:txBody>
          <a:bodyPr rtlCol="0"/>
          <a:lstStyle>
            <a:defPPr>
              <a:defRPr lang="es-ES"/>
            </a:defPPr>
          </a:lstStyle>
          <a:p>
            <a:r>
              <a:rPr lang="es-MX" b="1" dirty="0"/>
              <a:t>🌳 3. Índices B-</a:t>
            </a:r>
            <a:r>
              <a:rPr lang="es-MX" b="1" dirty="0" err="1"/>
              <a:t>Tree</a:t>
            </a:r>
            <a:r>
              <a:rPr lang="es-MX" b="1" dirty="0"/>
              <a:t> (los más usados)</a:t>
            </a:r>
          </a:p>
          <a:p>
            <a:r>
              <a:rPr lang="es-MX" b="1" dirty="0"/>
              <a:t>🧠 Idea básica</a:t>
            </a:r>
          </a:p>
          <a:p>
            <a:r>
              <a:rPr lang="es-MX" dirty="0"/>
              <a:t>Es una estructura en forma de árbol que:</a:t>
            </a:r>
            <a:br>
              <a:rPr lang="es-MX" dirty="0"/>
            </a:br>
            <a:r>
              <a:rPr lang="es-MX" dirty="0"/>
              <a:t>👉 Permite buscar datos rápidamente sin revisar todo</a:t>
            </a:r>
          </a:p>
          <a:p>
            <a:br>
              <a:rPr lang="es-MX" dirty="0"/>
            </a:br>
            <a:endParaRPr lang="es-MX" dirty="0"/>
          </a:p>
          <a:p>
            <a:r>
              <a:rPr lang="es-MX" b="1" dirty="0"/>
              <a:t>📚 Analogía (tipo libro)</a:t>
            </a:r>
          </a:p>
          <a:p>
            <a:r>
              <a:rPr lang="es-MX" dirty="0"/>
              <a:t>Imagínate un índice de libro:</a:t>
            </a:r>
          </a:p>
          <a:p>
            <a:r>
              <a:rPr lang="es-MX" dirty="0"/>
              <a:t>Buscas "Base de datos"</a:t>
            </a:r>
          </a:p>
          <a:p>
            <a:r>
              <a:rPr lang="es-MX" dirty="0"/>
              <a:t>Vas a la letra B</a:t>
            </a:r>
          </a:p>
          <a:p>
            <a:r>
              <a:rPr lang="es-MX" dirty="0"/>
              <a:t>Luego a la sección específica</a:t>
            </a:r>
          </a:p>
          <a:p>
            <a:r>
              <a:rPr lang="es-MX" dirty="0"/>
              <a:t>👉 No lees todo el libro</a:t>
            </a:r>
          </a:p>
          <a:p>
            <a:br>
              <a:rPr lang="es-MX" dirty="0"/>
            </a:br>
            <a:endParaRPr lang="es-MX" dirty="0"/>
          </a:p>
          <a:p>
            <a:r>
              <a:rPr lang="es-MX" b="1" dirty="0"/>
              <a:t>🌲 Cómo funciona</a:t>
            </a:r>
          </a:p>
          <a:p>
            <a:r>
              <a:rPr lang="es-MX" dirty="0"/>
              <a:t>Tiene niveles:</a:t>
            </a:r>
          </a:p>
          <a:p>
            <a:pPr lvl="1"/>
            <a:r>
              <a:rPr lang="es-MX" dirty="0"/>
              <a:t>Raíz</a:t>
            </a:r>
          </a:p>
          <a:p>
            <a:pPr lvl="1"/>
            <a:r>
              <a:rPr lang="es-MX" dirty="0"/>
              <a:t>Nodos intermedios</a:t>
            </a:r>
          </a:p>
          <a:p>
            <a:pPr lvl="1"/>
            <a:r>
              <a:rPr lang="es-MX" dirty="0"/>
              <a:t>Hojas (donde están los datos)</a:t>
            </a:r>
          </a:p>
          <a:p>
            <a:br>
              <a:rPr lang="es-MX" dirty="0"/>
            </a:br>
            <a:endParaRPr lang="es-MX" dirty="0"/>
          </a:p>
          <a:p>
            <a:r>
              <a:rPr lang="es-MX" b="1" dirty="0"/>
              <a:t>🔍 Ejemplo visual simple</a:t>
            </a:r>
          </a:p>
          <a:p>
            <a:pPr rtl="0"/>
            <a:r>
              <a:rPr lang="es-MX" sz="1200" kern="1200" dirty="0">
                <a:solidFill>
                  <a:schemeClr val="tx1"/>
                </a:solidFill>
                <a:latin typeface="+mn-lt"/>
                <a:ea typeface="+mn-ea"/>
                <a:cs typeface="+mn-cs"/>
              </a:rPr>
              <a:t>        [50]</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       /    \</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   [20]     [80]</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  /   \     /   \</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[10] [30] [70] [90]</a:t>
            </a:r>
          </a:p>
          <a:p>
            <a:r>
              <a:rPr lang="es-MX" dirty="0"/>
              <a:t>👉 Buscas 30:</a:t>
            </a:r>
          </a:p>
          <a:p>
            <a:r>
              <a:rPr lang="es-MX" dirty="0"/>
              <a:t>30 &lt; 50 → izquierda</a:t>
            </a:r>
          </a:p>
          <a:p>
            <a:r>
              <a:rPr lang="es-MX" dirty="0"/>
              <a:t>30 &gt; 20 → derecha</a:t>
            </a:r>
          </a:p>
          <a:p>
            <a:r>
              <a:rPr lang="es-MX" dirty="0"/>
              <a:t>Llegas directo</a:t>
            </a:r>
          </a:p>
          <a:p>
            <a:br>
              <a:rPr lang="es-MX" dirty="0"/>
            </a:br>
            <a:endParaRPr lang="es-MX" dirty="0"/>
          </a:p>
          <a:p>
            <a:r>
              <a:rPr lang="es-MX" b="1" dirty="0"/>
              <a:t>⚡ Ventaja</a:t>
            </a:r>
          </a:p>
          <a:p>
            <a:r>
              <a:rPr lang="es-MX" dirty="0"/>
              <a:t>Muy rápido (logarítmico)</a:t>
            </a:r>
          </a:p>
          <a:p>
            <a:r>
              <a:rPr lang="es-MX" dirty="0"/>
              <a:t>Sirve para:</a:t>
            </a:r>
          </a:p>
          <a:p>
            <a:pPr lvl="1"/>
            <a:r>
              <a:rPr lang="es-MX" dirty="0"/>
              <a:t>búsquedas exactas</a:t>
            </a:r>
          </a:p>
          <a:p>
            <a:pPr lvl="1"/>
            <a:r>
              <a:rPr lang="es-MX" dirty="0"/>
              <a:t>rangos (</a:t>
            </a:r>
            <a:r>
              <a:rPr lang="es-MX" dirty="0" err="1"/>
              <a:t>ej</a:t>
            </a:r>
            <a:r>
              <a:rPr lang="es-MX" dirty="0"/>
              <a:t>: &gt;, &lt;)</a:t>
            </a:r>
          </a:p>
          <a:p>
            <a:pPr rtl="0"/>
            <a:endParaRPr lang="es-ES" dirty="0"/>
          </a:p>
        </p:txBody>
      </p:sp>
      <p:sp>
        <p:nvSpPr>
          <p:cNvPr id="4" name="Marcador de número de diapositiva 3">
            <a:extLst>
              <a:ext uri="{FF2B5EF4-FFF2-40B4-BE49-F238E27FC236}">
                <a16:creationId xmlns:a16="http://schemas.microsoft.com/office/drawing/2014/main" id="{43544052-6553-CDA8-4B4D-07E401FB823A}"/>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35</a:t>
            </a:fld>
            <a:endParaRPr lang="es-ES" dirty="0"/>
          </a:p>
        </p:txBody>
      </p:sp>
    </p:spTree>
    <p:extLst>
      <p:ext uri="{BB962C8B-B14F-4D97-AF65-F5344CB8AC3E}">
        <p14:creationId xmlns:p14="http://schemas.microsoft.com/office/powerpoint/2010/main" val="6361793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5115B-C5F9-AA41-BFEE-6EB845AC813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A9325C-1CBF-1718-0F30-C97647C8DC4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92A3AF-C255-8586-8497-BD5AB95167C0}"/>
              </a:ext>
            </a:extLst>
          </p:cNvPr>
          <p:cNvSpPr>
            <a:spLocks noGrp="1"/>
          </p:cNvSpPr>
          <p:nvPr>
            <p:ph type="body" idx="1"/>
          </p:nvPr>
        </p:nvSpPr>
        <p:spPr/>
        <p:txBody>
          <a:bodyPr rtlCol="0"/>
          <a:lstStyle>
            <a:defPPr>
              <a:defRPr lang="es-ES"/>
            </a:defPPr>
          </a:lstStyle>
          <a:p>
            <a:r>
              <a:rPr lang="es-MX" b="1" dirty="0"/>
              <a:t>🔑 4. Índice </a:t>
            </a:r>
            <a:r>
              <a:rPr lang="es-MX" b="1" dirty="0" err="1"/>
              <a:t>Clustered</a:t>
            </a:r>
            <a:endParaRPr lang="es-MX" b="1" dirty="0"/>
          </a:p>
          <a:p>
            <a:r>
              <a:rPr lang="es-MX" b="1" dirty="0"/>
              <a:t>🧠 Idea básica</a:t>
            </a:r>
          </a:p>
          <a:p>
            <a:r>
              <a:rPr lang="es-MX" dirty="0"/>
              <a:t>👉 Ordena </a:t>
            </a:r>
            <a:r>
              <a:rPr lang="es-MX" b="1" dirty="0"/>
              <a:t>los datos reales físicamente</a:t>
            </a:r>
            <a:endParaRPr lang="es-MX" dirty="0"/>
          </a:p>
          <a:p>
            <a:br>
              <a:rPr lang="es-MX" dirty="0"/>
            </a:br>
            <a:endParaRPr lang="es-MX" dirty="0"/>
          </a:p>
          <a:p>
            <a:r>
              <a:rPr lang="es-MX" b="1" dirty="0"/>
              <a:t>📚 Analogía</a:t>
            </a:r>
          </a:p>
          <a:p>
            <a:r>
              <a:rPr lang="es-MX" dirty="0"/>
              <a:t>Es como un diccionario:</a:t>
            </a:r>
          </a:p>
          <a:p>
            <a:r>
              <a:rPr lang="es-MX" dirty="0"/>
              <a:t>Las palabras están ordenadas</a:t>
            </a:r>
          </a:p>
          <a:p>
            <a:r>
              <a:rPr lang="es-MX" dirty="0"/>
              <a:t>No necesitas buscar aparte</a:t>
            </a:r>
          </a:p>
          <a:p>
            <a:br>
              <a:rPr lang="es-MX" dirty="0"/>
            </a:br>
            <a:endParaRPr lang="es-MX" dirty="0"/>
          </a:p>
          <a:p>
            <a:r>
              <a:rPr lang="es-MX" b="1" dirty="0"/>
              <a:t>📌 Características</a:t>
            </a:r>
          </a:p>
          <a:p>
            <a:r>
              <a:rPr lang="es-MX" dirty="0"/>
              <a:t>Solo puede haber </a:t>
            </a:r>
            <a:r>
              <a:rPr lang="es-MX" b="1" dirty="0"/>
              <a:t>1 por tabla</a:t>
            </a:r>
            <a:endParaRPr lang="es-MX" dirty="0"/>
          </a:p>
          <a:p>
            <a:r>
              <a:rPr lang="es-MX" dirty="0"/>
              <a:t>Define el orden físico de los datos</a:t>
            </a:r>
          </a:p>
          <a:p>
            <a:br>
              <a:rPr lang="es-MX" dirty="0"/>
            </a:br>
            <a:endParaRPr lang="es-MX" dirty="0"/>
          </a:p>
          <a:p>
            <a:r>
              <a:rPr lang="es-MX" b="1" dirty="0"/>
              <a:t>🔍 Ejemplo</a:t>
            </a:r>
          </a:p>
          <a:p>
            <a:r>
              <a:rPr lang="es-MX" dirty="0"/>
              <a:t>Si el índice es por ID:</a:t>
            </a:r>
          </a:p>
          <a:p>
            <a:pPr rtl="0"/>
            <a:r>
              <a:rPr lang="es-MX" sz="1200" kern="1200" dirty="0">
                <a:solidFill>
                  <a:schemeClr val="tx1"/>
                </a:solidFill>
                <a:latin typeface="+mn-lt"/>
                <a:ea typeface="+mn-ea"/>
                <a:cs typeface="+mn-cs"/>
              </a:rPr>
              <a:t>1 → Juan  </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2 → María  </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3 → Pedro  </a:t>
            </a:r>
          </a:p>
          <a:p>
            <a:r>
              <a:rPr lang="es-MX" dirty="0"/>
              <a:t>👉 Los datos están guardados en ese orden</a:t>
            </a:r>
          </a:p>
          <a:p>
            <a:br>
              <a:rPr lang="es-MX" dirty="0"/>
            </a:br>
            <a:endParaRPr lang="es-MX" dirty="0"/>
          </a:p>
          <a:p>
            <a:r>
              <a:rPr lang="es-MX" b="1" dirty="0"/>
              <a:t>🎯 Resumen fácil</a:t>
            </a:r>
          </a:p>
          <a:p>
            <a:r>
              <a:rPr lang="es-MX" dirty="0"/>
              <a:t>El </a:t>
            </a:r>
            <a:r>
              <a:rPr lang="es-MX" dirty="0" err="1"/>
              <a:t>clustered</a:t>
            </a:r>
            <a:r>
              <a:rPr lang="es-MX" dirty="0"/>
              <a:t> </a:t>
            </a:r>
            <a:r>
              <a:rPr lang="es-MX" dirty="0" err="1"/>
              <a:t>index</a:t>
            </a:r>
            <a:r>
              <a:rPr lang="es-MX" dirty="0"/>
              <a:t> ordena la tabla físicamente.</a:t>
            </a:r>
          </a:p>
          <a:p>
            <a:pPr rtl="0"/>
            <a:endParaRPr lang="es-ES" dirty="0"/>
          </a:p>
        </p:txBody>
      </p:sp>
      <p:sp>
        <p:nvSpPr>
          <p:cNvPr id="4" name="Marcador de número de diapositiva 3">
            <a:extLst>
              <a:ext uri="{FF2B5EF4-FFF2-40B4-BE49-F238E27FC236}">
                <a16:creationId xmlns:a16="http://schemas.microsoft.com/office/drawing/2014/main" id="{D85A05F5-CA4A-F9FE-E1F3-BD1C54F59671}"/>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36</a:t>
            </a:fld>
            <a:endParaRPr lang="es-ES" dirty="0"/>
          </a:p>
        </p:txBody>
      </p:sp>
    </p:spTree>
    <p:extLst>
      <p:ext uri="{BB962C8B-B14F-4D97-AF65-F5344CB8AC3E}">
        <p14:creationId xmlns:p14="http://schemas.microsoft.com/office/powerpoint/2010/main" val="16219495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9B5C9-1520-D355-1FA0-2E1B11FA57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FA2AFF-B632-611F-F63B-DC8CD985CD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6B502B-4061-48F9-568C-62817FFF4565}"/>
              </a:ext>
            </a:extLst>
          </p:cNvPr>
          <p:cNvSpPr>
            <a:spLocks noGrp="1"/>
          </p:cNvSpPr>
          <p:nvPr>
            <p:ph type="body" idx="1"/>
          </p:nvPr>
        </p:nvSpPr>
        <p:spPr/>
        <p:txBody>
          <a:bodyPr rtlCol="0"/>
          <a:lstStyle>
            <a:defPPr>
              <a:defRPr lang="es-ES"/>
            </a:defPPr>
          </a:lstStyle>
          <a:p>
            <a:r>
              <a:rPr lang="es-MX" b="1" dirty="0"/>
              <a:t>🔵 5. Índice Non-</a:t>
            </a:r>
            <a:r>
              <a:rPr lang="es-MX" b="1" dirty="0" err="1"/>
              <a:t>Clustered</a:t>
            </a:r>
            <a:endParaRPr lang="es-MX" b="1" dirty="0"/>
          </a:p>
          <a:p>
            <a:r>
              <a:rPr lang="es-MX" b="1" dirty="0"/>
              <a:t>🧠 Idea básica</a:t>
            </a:r>
          </a:p>
          <a:p>
            <a:r>
              <a:rPr lang="es-MX" dirty="0"/>
              <a:t>👉 Es una estructura separada que apunta a los datos</a:t>
            </a:r>
          </a:p>
          <a:p>
            <a:br>
              <a:rPr lang="es-MX" dirty="0"/>
            </a:br>
            <a:endParaRPr lang="es-MX" dirty="0"/>
          </a:p>
          <a:p>
            <a:r>
              <a:rPr lang="es-MX" b="1" dirty="0"/>
              <a:t>📚 Analogía (muy clara)</a:t>
            </a:r>
          </a:p>
          <a:p>
            <a:r>
              <a:rPr lang="es-MX" dirty="0"/>
              <a:t>Es como el índice de un libro:</a:t>
            </a:r>
          </a:p>
          <a:p>
            <a:r>
              <a:rPr lang="es-MX" dirty="0"/>
              <a:t>Ves "Capítulo 5 → página 120"</a:t>
            </a:r>
          </a:p>
          <a:p>
            <a:r>
              <a:rPr lang="es-MX" dirty="0"/>
              <a:t>Luego vas a esa página</a:t>
            </a:r>
          </a:p>
          <a:p>
            <a:r>
              <a:rPr lang="es-MX" dirty="0"/>
              <a:t>👉 El índice NO tiene el contenido, solo la referencia</a:t>
            </a:r>
          </a:p>
          <a:p>
            <a:br>
              <a:rPr lang="es-MX" dirty="0"/>
            </a:br>
            <a:endParaRPr lang="es-MX" dirty="0"/>
          </a:p>
          <a:p>
            <a:r>
              <a:rPr lang="es-MX" b="1" dirty="0"/>
              <a:t>📌 Características</a:t>
            </a:r>
          </a:p>
          <a:p>
            <a:r>
              <a:rPr lang="es-MX" dirty="0"/>
              <a:t>Puede haber muchos</a:t>
            </a:r>
          </a:p>
          <a:p>
            <a:r>
              <a:rPr lang="es-MX" dirty="0"/>
              <a:t>No cambia el orden físico</a:t>
            </a:r>
          </a:p>
          <a:p>
            <a:br>
              <a:rPr lang="es-MX" dirty="0"/>
            </a:br>
            <a:endParaRPr lang="es-MX" dirty="0"/>
          </a:p>
          <a:p>
            <a:r>
              <a:rPr lang="es-MX" b="1" dirty="0"/>
              <a:t>🔍 Ejemplo</a:t>
            </a:r>
          </a:p>
          <a:p>
            <a:r>
              <a:rPr lang="es-MX" dirty="0"/>
              <a:t>Índice por nombre:</a:t>
            </a:r>
          </a:p>
          <a:p>
            <a:pPr rtl="0"/>
            <a:r>
              <a:rPr lang="es-MX" sz="1200" kern="1200" dirty="0">
                <a:solidFill>
                  <a:schemeClr val="tx1"/>
                </a:solidFill>
                <a:latin typeface="+mn-lt"/>
                <a:ea typeface="+mn-ea"/>
                <a:cs typeface="+mn-cs"/>
              </a:rPr>
              <a:t>"Juan" → fila 1  </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"María" → fila 2  </a:t>
            </a:r>
          </a:p>
          <a:p>
            <a:r>
              <a:rPr lang="es-MX" dirty="0"/>
              <a:t>👉 El índice apunta a dónde está el dato</a:t>
            </a:r>
          </a:p>
          <a:p>
            <a:pPr rtl="0"/>
            <a:endParaRPr lang="es-ES" dirty="0"/>
          </a:p>
        </p:txBody>
      </p:sp>
      <p:sp>
        <p:nvSpPr>
          <p:cNvPr id="4" name="Marcador de número de diapositiva 3">
            <a:extLst>
              <a:ext uri="{FF2B5EF4-FFF2-40B4-BE49-F238E27FC236}">
                <a16:creationId xmlns:a16="http://schemas.microsoft.com/office/drawing/2014/main" id="{B0DA9028-E426-B9FB-3959-5058211A3433}"/>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37</a:t>
            </a:fld>
            <a:endParaRPr lang="es-ES" dirty="0"/>
          </a:p>
        </p:txBody>
      </p:sp>
    </p:spTree>
    <p:extLst>
      <p:ext uri="{BB962C8B-B14F-4D97-AF65-F5344CB8AC3E}">
        <p14:creationId xmlns:p14="http://schemas.microsoft.com/office/powerpoint/2010/main" val="20184424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A3340-E7C6-238C-81A7-0E0C86927E2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DC0D50-82B5-4682-444B-56889D41F0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5892D7-1849-46AD-F99C-379F83DFABE8}"/>
              </a:ext>
            </a:extLst>
          </p:cNvPr>
          <p:cNvSpPr>
            <a:spLocks noGrp="1"/>
          </p:cNvSpPr>
          <p:nvPr>
            <p:ph type="body" idx="1"/>
          </p:nvPr>
        </p:nvSpPr>
        <p:spPr/>
        <p:txBody>
          <a:bodyPr rtlCol="0"/>
          <a:lstStyle>
            <a:defPPr>
              <a:defRPr lang="es-ES"/>
            </a:defPPr>
          </a:lstStyle>
          <a:p>
            <a:r>
              <a:rPr lang="es-MX" b="1" dirty="0"/>
              <a:t>🔵 5. Índice Non-</a:t>
            </a:r>
            <a:r>
              <a:rPr lang="es-MX" b="1" dirty="0" err="1"/>
              <a:t>Clustered</a:t>
            </a:r>
            <a:endParaRPr lang="es-MX" b="1" dirty="0"/>
          </a:p>
          <a:p>
            <a:r>
              <a:rPr lang="es-MX" b="1" dirty="0"/>
              <a:t>🧠 Idea básica</a:t>
            </a:r>
          </a:p>
          <a:p>
            <a:r>
              <a:rPr lang="es-MX" dirty="0"/>
              <a:t>👉 Es una estructura separada que apunta a los datos</a:t>
            </a:r>
          </a:p>
          <a:p>
            <a:br>
              <a:rPr lang="es-MX" dirty="0"/>
            </a:br>
            <a:endParaRPr lang="es-MX" dirty="0"/>
          </a:p>
          <a:p>
            <a:r>
              <a:rPr lang="es-MX" b="1" dirty="0"/>
              <a:t>📚 Analogía (muy clara)</a:t>
            </a:r>
          </a:p>
          <a:p>
            <a:r>
              <a:rPr lang="es-MX" dirty="0"/>
              <a:t>Es como el índice de un libro:</a:t>
            </a:r>
          </a:p>
          <a:p>
            <a:r>
              <a:rPr lang="es-MX" dirty="0"/>
              <a:t>Ves "Capítulo 5 → página 120"</a:t>
            </a:r>
          </a:p>
          <a:p>
            <a:r>
              <a:rPr lang="es-MX" dirty="0"/>
              <a:t>Luego vas a esa página</a:t>
            </a:r>
          </a:p>
          <a:p>
            <a:r>
              <a:rPr lang="es-MX" dirty="0"/>
              <a:t>👉 El índice NO tiene el contenido, solo la referencia</a:t>
            </a:r>
          </a:p>
          <a:p>
            <a:br>
              <a:rPr lang="es-MX" dirty="0"/>
            </a:br>
            <a:endParaRPr lang="es-MX" dirty="0"/>
          </a:p>
          <a:p>
            <a:r>
              <a:rPr lang="es-MX" b="1" dirty="0"/>
              <a:t>📌 Características</a:t>
            </a:r>
          </a:p>
          <a:p>
            <a:r>
              <a:rPr lang="es-MX" dirty="0"/>
              <a:t>Puede haber muchos</a:t>
            </a:r>
          </a:p>
          <a:p>
            <a:r>
              <a:rPr lang="es-MX" dirty="0"/>
              <a:t>No cambia el orden físico</a:t>
            </a:r>
          </a:p>
          <a:p>
            <a:br>
              <a:rPr lang="es-MX" dirty="0"/>
            </a:br>
            <a:endParaRPr lang="es-MX" dirty="0"/>
          </a:p>
          <a:p>
            <a:r>
              <a:rPr lang="es-MX" b="1" dirty="0"/>
              <a:t>🔍 Ejemplo</a:t>
            </a:r>
          </a:p>
          <a:p>
            <a:r>
              <a:rPr lang="es-MX" dirty="0"/>
              <a:t>Índice por nombre:</a:t>
            </a:r>
          </a:p>
          <a:p>
            <a:pPr rtl="0"/>
            <a:r>
              <a:rPr lang="es-MX" sz="1200" kern="1200" dirty="0">
                <a:solidFill>
                  <a:schemeClr val="tx1"/>
                </a:solidFill>
                <a:latin typeface="+mn-lt"/>
                <a:ea typeface="+mn-ea"/>
                <a:cs typeface="+mn-cs"/>
              </a:rPr>
              <a:t>"Juan" → fila 1  </a:t>
            </a:r>
            <a:br>
              <a:rPr lang="es-MX" sz="1200" kern="1200" dirty="0">
                <a:solidFill>
                  <a:schemeClr val="tx1"/>
                </a:solidFill>
                <a:latin typeface="+mn-lt"/>
                <a:ea typeface="+mn-ea"/>
                <a:cs typeface="+mn-cs"/>
              </a:rPr>
            </a:br>
            <a:r>
              <a:rPr lang="es-MX" sz="1200" kern="1200" dirty="0">
                <a:solidFill>
                  <a:schemeClr val="tx1"/>
                </a:solidFill>
                <a:latin typeface="+mn-lt"/>
                <a:ea typeface="+mn-ea"/>
                <a:cs typeface="+mn-cs"/>
              </a:rPr>
              <a:t>"María" → fila 2  </a:t>
            </a:r>
          </a:p>
          <a:p>
            <a:r>
              <a:rPr lang="es-MX" dirty="0"/>
              <a:t>👉 El índice apunta a dónde está el dato</a:t>
            </a:r>
          </a:p>
          <a:p>
            <a:pPr rtl="0"/>
            <a:endParaRPr lang="es-ES" dirty="0"/>
          </a:p>
        </p:txBody>
      </p:sp>
      <p:sp>
        <p:nvSpPr>
          <p:cNvPr id="4" name="Marcador de número de diapositiva 3">
            <a:extLst>
              <a:ext uri="{FF2B5EF4-FFF2-40B4-BE49-F238E27FC236}">
                <a16:creationId xmlns:a16="http://schemas.microsoft.com/office/drawing/2014/main" id="{D113BA7B-B057-3BDB-A36A-D0C2056503E4}"/>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38</a:t>
            </a:fld>
            <a:endParaRPr lang="es-ES" dirty="0"/>
          </a:p>
        </p:txBody>
      </p:sp>
    </p:spTree>
    <p:extLst>
      <p:ext uri="{BB962C8B-B14F-4D97-AF65-F5344CB8AC3E}">
        <p14:creationId xmlns:p14="http://schemas.microsoft.com/office/powerpoint/2010/main" val="23277505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916BE-3DD0-6276-D01A-3DC405A80A7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4954D8-89C1-8CFA-B3F3-4524B30339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417DDC7-2EF6-F2FE-5C6A-59104A3C8618}"/>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3EB5000E-424F-4D70-67C3-E4082D7B78B5}"/>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39</a:t>
            </a:fld>
            <a:endParaRPr lang="es-ES" dirty="0"/>
          </a:p>
        </p:txBody>
      </p:sp>
    </p:spTree>
    <p:extLst>
      <p:ext uri="{BB962C8B-B14F-4D97-AF65-F5344CB8AC3E}">
        <p14:creationId xmlns:p14="http://schemas.microsoft.com/office/powerpoint/2010/main" val="25187963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40043-5092-8B30-6954-B01EC61BD9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164A73-421A-7139-7531-C074D9D4466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F37135-5811-59C0-6A79-2C256822AD9E}"/>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5836AF75-44C1-8562-ACDB-B680D7364946}"/>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40</a:t>
            </a:fld>
            <a:endParaRPr lang="es-ES" dirty="0"/>
          </a:p>
        </p:txBody>
      </p:sp>
    </p:spTree>
    <p:extLst>
      <p:ext uri="{BB962C8B-B14F-4D97-AF65-F5344CB8AC3E}">
        <p14:creationId xmlns:p14="http://schemas.microsoft.com/office/powerpoint/2010/main" val="34582090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E3F78-5A52-06E6-90E8-7251ABB27A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A3EDB4-9454-74C7-582E-D646A65183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CE1FDB-1634-3645-1DF1-7F5A89D66828}"/>
              </a:ext>
            </a:extLst>
          </p:cNvPr>
          <p:cNvSpPr>
            <a:spLocks noGrp="1"/>
          </p:cNvSpPr>
          <p:nvPr>
            <p:ph type="body" idx="1"/>
          </p:nvPr>
        </p:nvSpPr>
        <p:spPr/>
        <p:txBody>
          <a:bodyPr rtlCol="0"/>
          <a:lstStyle>
            <a:defPPr>
              <a:defRPr lang="es-ES"/>
            </a:defPPr>
          </a:lstStyle>
          <a:p>
            <a:pPr rtl="0"/>
            <a:r>
              <a:rPr lang="es-MX" dirty="0"/>
              <a:t>“La base de datos no busca datos fila por fila… usa estructuras inteligentes como páginas, </a:t>
            </a:r>
            <a:r>
              <a:rPr lang="es-MX" dirty="0" err="1"/>
              <a:t>extents</a:t>
            </a:r>
            <a:r>
              <a:rPr lang="es-MX" dirty="0"/>
              <a:t>, índices y árboles para encontrarlos en milisegundos.”</a:t>
            </a:r>
            <a:endParaRPr lang="es-ES" dirty="0"/>
          </a:p>
        </p:txBody>
      </p:sp>
      <p:sp>
        <p:nvSpPr>
          <p:cNvPr id="4" name="Marcador de número de diapositiva 3">
            <a:extLst>
              <a:ext uri="{FF2B5EF4-FFF2-40B4-BE49-F238E27FC236}">
                <a16:creationId xmlns:a16="http://schemas.microsoft.com/office/drawing/2014/main" id="{5125590A-2B82-A318-848F-FA66F6A188F9}"/>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41</a:t>
            </a:fld>
            <a:endParaRPr lang="es-ES" dirty="0"/>
          </a:p>
        </p:txBody>
      </p:sp>
    </p:spTree>
    <p:extLst>
      <p:ext uri="{BB962C8B-B14F-4D97-AF65-F5344CB8AC3E}">
        <p14:creationId xmlns:p14="http://schemas.microsoft.com/office/powerpoint/2010/main" val="27938542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1127-EB4F-41FC-FB0A-B263C5FBFB1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66504A8-F103-527C-9F20-4B496136C65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FEF0F97-2245-735F-CB24-D11D72D49811}"/>
              </a:ext>
            </a:extLst>
          </p:cNvPr>
          <p:cNvSpPr>
            <a:spLocks noGrp="1"/>
          </p:cNvSpPr>
          <p:nvPr>
            <p:ph type="body" idx="1"/>
          </p:nvPr>
        </p:nvSpPr>
        <p:spPr/>
        <p:txBody>
          <a:bodyPr rtlCol="0"/>
          <a:lstStyle>
            <a:defPPr>
              <a:defRPr lang="es-ES"/>
            </a:defPPr>
          </a:lstStyle>
          <a:p>
            <a:pPr rtl="0"/>
            <a:endParaRPr lang="es-ES" dirty="0"/>
          </a:p>
        </p:txBody>
      </p:sp>
      <p:sp>
        <p:nvSpPr>
          <p:cNvPr id="4" name="Marcador de número de diapositiva 3">
            <a:extLst>
              <a:ext uri="{FF2B5EF4-FFF2-40B4-BE49-F238E27FC236}">
                <a16:creationId xmlns:a16="http://schemas.microsoft.com/office/drawing/2014/main" id="{11ABC25F-E127-4826-2FF5-706DA9B76350}"/>
              </a:ext>
            </a:extLst>
          </p:cNvPr>
          <p:cNvSpPr>
            <a:spLocks noGrp="1"/>
          </p:cNvSpPr>
          <p:nvPr>
            <p:ph type="sldNum" sz="quarter" idx="5"/>
          </p:nvPr>
        </p:nvSpPr>
        <p:spPr/>
        <p:txBody>
          <a:bodyPr rtlCol="0"/>
          <a:lstStyle>
            <a:defPPr>
              <a:defRPr lang="es-ES"/>
            </a:defPPr>
          </a:lstStyle>
          <a:p>
            <a:pPr rtl="0"/>
            <a:fld id="{F97DC217-DF71-1A49-B3EA-559F1F43B0FF}" type="slidenum">
              <a:rPr lang="es-ES" smtClean="0"/>
              <a:t>42</a:t>
            </a:fld>
            <a:endParaRPr lang="es-ES" dirty="0"/>
          </a:p>
        </p:txBody>
      </p:sp>
    </p:spTree>
    <p:extLst>
      <p:ext uri="{BB962C8B-B14F-4D97-AF65-F5344CB8AC3E}">
        <p14:creationId xmlns:p14="http://schemas.microsoft.com/office/powerpoint/2010/main" val="19409714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F97DC217-DF71-1A49-B3EA-559F1F43B0FF}" type="slidenum">
              <a:rPr lang="es-ES" smtClean="0"/>
              <a:t>43</a:t>
            </a:fld>
            <a:endParaRPr lang="es-E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nvGrpSpPr>
          <p:cNvPr id="7" name="Grupo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Elips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1" name="Forma lib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9" name="Forma lib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6" name="Grupo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a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Forma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2" name="Forma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28" name="Forma lib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es-ES" sz="6000" b="1">
                <a:latin typeface="+mj-lt"/>
              </a:defRPr>
            </a:lvl1pPr>
          </a:lstStyle>
          <a:p>
            <a:pPr rtl="0"/>
            <a:r>
              <a:rPr lang="es-ES"/>
              <a:t>Haga clic para agregar un título</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6" name="Forma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es-ES">
                <a:latin typeface="+mn-lt"/>
              </a:defRPr>
            </a:lvl1pPr>
            <a:lvl2pPr marL="457200" indent="0">
              <a:buNone/>
              <a:defRPr lang="es-ES">
                <a:latin typeface="+mn-lt"/>
              </a:defRPr>
            </a:lvl2pPr>
            <a:lvl3pPr marL="914400" indent="0">
              <a:buNone/>
              <a:defRPr lang="es-ES">
                <a:latin typeface="+mn-lt"/>
              </a:defRPr>
            </a:lvl3pPr>
            <a:lvl4pPr marL="1371600" indent="0">
              <a:buNone/>
              <a:defRPr lang="es-ES">
                <a:latin typeface="+mn-lt"/>
              </a:defRPr>
            </a:lvl4pPr>
            <a:lvl5pPr marL="1828800" indent="0">
              <a:buNone/>
              <a:defRPr lang="es-ES">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ítulo e imagen derecha">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6" name="Forma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es-ES" sz="6000" b="1">
                <a:latin typeface="+mj-lt"/>
              </a:defRPr>
            </a:lvl1pPr>
          </a:lstStyle>
          <a:p>
            <a:pPr rtl="0"/>
            <a:r>
              <a:rPr lang="es-ES"/>
              <a:t>Haga clic para agregar un título</a:t>
            </a:r>
          </a:p>
        </p:txBody>
      </p:sp>
      <p:sp>
        <p:nvSpPr>
          <p:cNvPr id="15" name="Marcador de posición de imagen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es-ES" sz="2000"/>
            </a:lvl1pPr>
          </a:lstStyle>
          <a:p>
            <a:pPr rtl="0"/>
            <a:r>
              <a:rPr lang="es-ES"/>
              <a:t>Haga clic en el icono para agregar una imagen</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ítulo e imagen izquierda">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6" name="Forma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es-ES" sz="6000" b="1">
                <a:latin typeface="+mj-lt"/>
              </a:defRPr>
            </a:lvl1pPr>
          </a:lstStyle>
          <a:p>
            <a:pPr rtl="0"/>
            <a:r>
              <a:rPr lang="es-ES"/>
              <a:t>Haga clic para agregar un título</a:t>
            </a:r>
          </a:p>
        </p:txBody>
      </p:sp>
      <p:sp>
        <p:nvSpPr>
          <p:cNvPr id="3" name="Subtítulo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es-ES" sz="3200">
                <a:latin typeface="+mn-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
        <p:nvSpPr>
          <p:cNvPr id="15" name="Marcador de posición de imagen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es-ES" sz="2000"/>
            </a:lvl1pPr>
          </a:lstStyle>
          <a:p>
            <a:pPr rtl="0"/>
            <a:r>
              <a:rPr lang="es-ES"/>
              <a:t>Haga clic en el icono para agregar una imagen</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ítulo y contenido 2">
    <p:bg>
      <p:bgPr>
        <a:solidFill>
          <a:schemeClr val="accent2"/>
        </a:solidFill>
        <a:effectLst/>
      </p:bgPr>
    </p:bg>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ángulo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sp>
          <p:nvSpPr>
            <p:cNvPr id="12" name="Forma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4" name="Forma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5" name="Forma lib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13" name="Título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es-ES" sz="2000">
                <a:solidFill>
                  <a:schemeClr val="bg1"/>
                </a:solidFill>
                <a:latin typeface="+mn-lt"/>
              </a:defRPr>
            </a:lvl1pPr>
            <a:lvl2pPr marL="566928" indent="-283464">
              <a:spcBef>
                <a:spcPts val="1000"/>
              </a:spcBef>
              <a:buFont typeface="Arial" panose="020B0604020202020204" pitchFamily="34" charset="0"/>
              <a:buChar char="•"/>
              <a:defRPr lang="es-ES" sz="2000">
                <a:solidFill>
                  <a:schemeClr val="bg1"/>
                </a:solidFill>
                <a:latin typeface="+mn-lt"/>
              </a:defRPr>
            </a:lvl2pPr>
            <a:lvl3pPr marL="850392" indent="-283464">
              <a:spcBef>
                <a:spcPts val="1000"/>
              </a:spcBef>
              <a:buFont typeface="Arial" panose="020B0604020202020204" pitchFamily="34" charset="0"/>
              <a:buChar char="•"/>
              <a:defRPr lang="es-ES" sz="2000">
                <a:solidFill>
                  <a:schemeClr val="bg1"/>
                </a:solidFill>
                <a:latin typeface="+mn-lt"/>
              </a:defRPr>
            </a:lvl3pPr>
            <a:lvl4pPr marL="1097280" indent="-283464">
              <a:spcBef>
                <a:spcPts val="1000"/>
              </a:spcBef>
              <a:buFont typeface="Arial" panose="020B0604020202020204" pitchFamily="34" charset="0"/>
              <a:buChar char="•"/>
              <a:defRPr lang="es-ES" sz="2000">
                <a:solidFill>
                  <a:schemeClr val="bg1"/>
                </a:solidFill>
                <a:latin typeface="+mn-lt"/>
              </a:defRPr>
            </a:lvl4pPr>
            <a:lvl5pPr marL="1371600" indent="-283464">
              <a:spcBef>
                <a:spcPts val="1000"/>
              </a:spcBef>
              <a:buFont typeface="Arial" panose="020B0604020202020204" pitchFamily="34" charset="0"/>
              <a:buChar char="•"/>
              <a:defRPr lang="es-ES" sz="2000">
                <a:solidFill>
                  <a:schemeClr val="bg1"/>
                </a:solidFill>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es-ES">
                <a:solidFill>
                  <a:schemeClr val="accent2"/>
                </a:solidFill>
                <a:latin typeface="+mn-lt"/>
              </a:defRPr>
            </a:lvl1pPr>
          </a:lstStyle>
          <a:p>
            <a:pPr rtl="0"/>
            <a:r>
              <a:rPr lang="es-ES"/>
              <a:t>8/9/20XX</a:t>
            </a:r>
          </a:p>
        </p:txBody>
      </p:sp>
      <p:sp>
        <p:nvSpPr>
          <p:cNvPr id="5" name="Marcador de pie de página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es-ES">
                <a:solidFill>
                  <a:schemeClr val="accent2"/>
                </a:solidFill>
                <a:latin typeface="+mn-lt"/>
              </a:defRPr>
            </a:lvl1pPr>
          </a:lstStyle>
          <a:p>
            <a:pPr rtl="0"/>
            <a:endParaRPr lang="es-ES" dirty="0"/>
          </a:p>
        </p:txBody>
      </p:sp>
      <p:sp>
        <p:nvSpPr>
          <p:cNvPr id="6" name="Marcador de número de diapositiva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es-ES">
                <a:solidFill>
                  <a:schemeClr val="accent3"/>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ítulo de sección">
    <p:spTree>
      <p:nvGrpSpPr>
        <p:cNvPr id="1" name=""/>
        <p:cNvGrpSpPr/>
        <p:nvPr/>
      </p:nvGrpSpPr>
      <p:grpSpPr>
        <a:xfrm>
          <a:off x="0" y="0"/>
          <a:ext cx="0" cy="0"/>
          <a:chOff x="0" y="0"/>
          <a:chExt cx="0" cy="0"/>
        </a:xfrm>
      </p:grpSpPr>
      <p:grpSp>
        <p:nvGrpSpPr>
          <p:cNvPr id="4" name="Grupo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a lib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6" name="Grupo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a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Forma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17" name="Forma lib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8" name="Forma lib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es-ES" sz="6000" b="1">
                <a:solidFill>
                  <a:schemeClr val="bg1"/>
                </a:solidFill>
                <a:latin typeface="+mj-lt"/>
              </a:defRPr>
            </a:lvl1pPr>
          </a:lstStyle>
          <a:p>
            <a:pPr rtl="0"/>
            <a:r>
              <a:rPr lang="es-ES"/>
              <a:t>Haga clic para agregar un título</a:t>
            </a:r>
          </a:p>
        </p:txBody>
      </p:sp>
      <p:sp>
        <p:nvSpPr>
          <p:cNvPr id="3" name="Subtítu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es-ES" sz="3200">
                <a:solidFill>
                  <a:schemeClr val="bg1"/>
                </a:solidFill>
                <a:latin typeface="+mn-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rtl="0"/>
            <a:r>
              <a:rPr lang="es-ES"/>
              <a:t>Haga clic para agregar un subtítulo</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contenido en 2 columnas">
    <p:spTree>
      <p:nvGrpSpPr>
        <p:cNvPr id="1" name=""/>
        <p:cNvGrpSpPr/>
        <p:nvPr/>
      </p:nvGrpSpPr>
      <p:grpSpPr>
        <a:xfrm>
          <a:off x="0" y="0"/>
          <a:ext cx="0" cy="0"/>
          <a:chOff x="0" y="0"/>
          <a:chExt cx="0" cy="0"/>
        </a:xfrm>
      </p:grpSpPr>
      <p:grpSp>
        <p:nvGrpSpPr>
          <p:cNvPr id="16" name="Grupo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a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6" name="Forma lib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nvGrpSpPr>
            <p:cNvPr id="9" name="Grupo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a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sp>
            <p:nvSpPr>
              <p:cNvPr id="8" name="Forma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latin typeface="+mn-lt"/>
                </a:endParaRPr>
              </a:p>
            </p:txBody>
          </p:sp>
        </p:gr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es-ES" sz="2000">
                <a:latin typeface="+mn-lt"/>
              </a:defRPr>
            </a:lvl1pPr>
            <a:lvl2pPr marL="283464" indent="-283464">
              <a:spcBef>
                <a:spcPts val="1000"/>
              </a:spcBef>
              <a:buFont typeface="Arial" panose="020B0604020202020204" pitchFamily="34" charset="0"/>
              <a:buChar char="•"/>
              <a:defRPr lang="es-ES" sz="2000">
                <a:latin typeface="+mn-lt"/>
              </a:defRPr>
            </a:lvl2pPr>
            <a:lvl3pPr marL="566928" indent="-283464">
              <a:spcBef>
                <a:spcPts val="1000"/>
              </a:spcBef>
              <a:buFont typeface="Arial" panose="020B0604020202020204" pitchFamily="34" charset="0"/>
              <a:buChar char="•"/>
              <a:defRPr lang="es-ES" sz="2000">
                <a:latin typeface="+mn-lt"/>
              </a:defRPr>
            </a:lvl3pPr>
            <a:lvl4pPr marL="850392" indent="-283464">
              <a:spcBef>
                <a:spcPts val="1000"/>
              </a:spcBef>
              <a:buFont typeface="Arial" panose="020B0604020202020204" pitchFamily="34" charset="0"/>
              <a:buChar char="•"/>
              <a:defRPr lang="es-ES" sz="2000">
                <a:latin typeface="+mn-lt"/>
              </a:defRPr>
            </a:lvl4pPr>
            <a:lvl5pPr marL="1133856" indent="-283464">
              <a:spcBef>
                <a:spcPts val="1000"/>
              </a:spcBef>
              <a:buFont typeface="Arial" panose="020B0604020202020204" pitchFamily="34" charset="0"/>
              <a:buChar char="•"/>
              <a:defRPr lang="es-ES" sz="20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3" name="Marcador de contenido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es-ES" sz="2000">
                <a:latin typeface="+mn-lt"/>
              </a:defRPr>
            </a:lvl1pPr>
            <a:lvl2pPr marL="283464" indent="-283464">
              <a:spcBef>
                <a:spcPts val="1000"/>
              </a:spcBef>
              <a:buFont typeface="Arial" panose="020B0604020202020204" pitchFamily="34" charset="0"/>
              <a:buChar char="•"/>
              <a:defRPr lang="es-ES" sz="2000">
                <a:latin typeface="+mn-lt"/>
              </a:defRPr>
            </a:lvl2pPr>
            <a:lvl3pPr marL="566928" indent="-283464">
              <a:spcBef>
                <a:spcPts val="1000"/>
              </a:spcBef>
              <a:buFont typeface="Arial" panose="020B0604020202020204" pitchFamily="34" charset="0"/>
              <a:buChar char="•"/>
              <a:defRPr lang="es-ES" sz="2000">
                <a:latin typeface="+mn-lt"/>
              </a:defRPr>
            </a:lvl3pPr>
            <a:lvl4pPr marL="850392" indent="-283464">
              <a:spcBef>
                <a:spcPts val="1000"/>
              </a:spcBef>
              <a:buFont typeface="Arial" panose="020B0604020202020204" pitchFamily="34" charset="0"/>
              <a:buChar char="•"/>
              <a:defRPr lang="es-ES" sz="2000">
                <a:latin typeface="+mn-lt"/>
              </a:defRPr>
            </a:lvl4pPr>
            <a:lvl5pPr marL="1133856" indent="-283464">
              <a:spcBef>
                <a:spcPts val="1000"/>
              </a:spcBef>
              <a:buFont typeface="Arial" panose="020B0604020202020204" pitchFamily="34" charset="0"/>
              <a:buChar char="•"/>
              <a:defRPr lang="es-ES" sz="2000">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2 contenidos">
    <p:bg>
      <p:bgPr>
        <a:solidFill>
          <a:schemeClr val="accent1"/>
        </a:solidFill>
        <a:effectLst/>
      </p:bgPr>
    </p:bg>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a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5" name="Forma lib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es-ES" sz="4200" b="1">
                <a:solidFill>
                  <a:schemeClr val="bg1"/>
                </a:solidFill>
                <a:latin typeface="+mj-lt"/>
              </a:defRPr>
            </a:lvl1pPr>
          </a:lstStyle>
          <a:p>
            <a:pPr rtl="0"/>
            <a:r>
              <a:rPr lang="es-ES"/>
              <a:t>Haga clic para agregar un título</a:t>
            </a:r>
          </a:p>
        </p:txBody>
      </p:sp>
      <p:sp>
        <p:nvSpPr>
          <p:cNvPr id="14" name="Marcador de contenido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es-ES" sz="2000">
                <a:solidFill>
                  <a:schemeClr val="bg1"/>
                </a:solidFill>
                <a:latin typeface="+mn-lt"/>
              </a:defRPr>
            </a:lvl1pPr>
            <a:lvl2pPr marL="1097280" indent="-530352">
              <a:spcBef>
                <a:spcPts val="1000"/>
              </a:spcBef>
              <a:buFont typeface="+mj-lt"/>
              <a:buAutoNum type="alphaLcPeriod"/>
              <a:defRPr lang="es-ES" sz="2000">
                <a:solidFill>
                  <a:schemeClr val="bg1"/>
                </a:solidFill>
                <a:latin typeface="+mn-lt"/>
              </a:defRPr>
            </a:lvl2pPr>
            <a:lvl3pPr marL="1645920" indent="-530352">
              <a:spcBef>
                <a:spcPts val="1000"/>
              </a:spcBef>
              <a:buFont typeface="+mj-lt"/>
              <a:buAutoNum type="arabicParenR"/>
              <a:defRPr lang="es-ES" sz="2000">
                <a:solidFill>
                  <a:schemeClr val="bg1"/>
                </a:solidFill>
                <a:latin typeface="+mn-lt"/>
              </a:defRPr>
            </a:lvl3pPr>
            <a:lvl4pPr marL="1920240" indent="-530352">
              <a:spcBef>
                <a:spcPts val="1000"/>
              </a:spcBef>
              <a:buFont typeface="+mj-lt"/>
              <a:buAutoNum type="alphaLcParenR"/>
              <a:defRPr lang="es-ES" sz="2000">
                <a:solidFill>
                  <a:schemeClr val="bg1"/>
                </a:solidFill>
                <a:latin typeface="+mn-lt"/>
              </a:defRPr>
            </a:lvl4pPr>
            <a:lvl5pPr marL="2560320" indent="-514350">
              <a:spcBef>
                <a:spcPts val="1000"/>
              </a:spcBef>
              <a:buFont typeface="+mj-lt"/>
              <a:buAutoNum type="romanLcPeriod"/>
              <a:defRPr lang="es-ES" sz="2000">
                <a:solidFill>
                  <a:schemeClr val="bg1"/>
                </a:solidFill>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9" name="Marcador de contenido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es-ES" sz="2000">
                <a:solidFill>
                  <a:schemeClr val="bg1"/>
                </a:solidFill>
                <a:latin typeface="+mn-lt"/>
              </a:defRPr>
            </a:lvl1pPr>
            <a:lvl2pPr marL="283464" indent="-283464">
              <a:spcBef>
                <a:spcPts val="1000"/>
              </a:spcBef>
              <a:buFont typeface="Arial" panose="020B0604020202020204" pitchFamily="34" charset="0"/>
              <a:buChar char="•"/>
              <a:defRPr lang="es-ES" sz="2000">
                <a:solidFill>
                  <a:schemeClr val="bg1"/>
                </a:solidFill>
                <a:latin typeface="+mn-lt"/>
              </a:defRPr>
            </a:lvl2pPr>
            <a:lvl3pPr marL="566928" indent="-283464">
              <a:spcBef>
                <a:spcPts val="1000"/>
              </a:spcBef>
              <a:buFont typeface="Arial" panose="020B0604020202020204" pitchFamily="34" charset="0"/>
              <a:buChar char="•"/>
              <a:defRPr lang="es-ES" sz="2000">
                <a:solidFill>
                  <a:schemeClr val="bg1"/>
                </a:solidFill>
                <a:latin typeface="+mn-lt"/>
              </a:defRPr>
            </a:lvl3pPr>
            <a:lvl4pPr marL="850392" indent="-283464">
              <a:spcBef>
                <a:spcPts val="1000"/>
              </a:spcBef>
              <a:buFont typeface="Arial" panose="020B0604020202020204" pitchFamily="34" charset="0"/>
              <a:buChar char="•"/>
              <a:defRPr lang="es-ES" sz="2000">
                <a:solidFill>
                  <a:schemeClr val="bg1"/>
                </a:solidFill>
                <a:latin typeface="+mn-lt"/>
              </a:defRPr>
            </a:lvl4pPr>
            <a:lvl5pPr marL="1133856" indent="-283464">
              <a:spcBef>
                <a:spcPts val="1000"/>
              </a:spcBef>
              <a:buFont typeface="Arial" panose="020B0604020202020204" pitchFamily="34" charset="0"/>
              <a:buChar char="•"/>
              <a:defRPr lang="es-ES" sz="2000">
                <a:solidFill>
                  <a:schemeClr val="bg1"/>
                </a:solidFill>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2"/>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Gráfico ">
    <p:bg>
      <p:bgPr>
        <a:solidFill>
          <a:schemeClr val="accent2"/>
        </a:solidFill>
        <a:effectLst/>
      </p:bgPr>
    </p:bg>
    <p:spTree>
      <p:nvGrpSpPr>
        <p:cNvPr id="1" name=""/>
        <p:cNvGrpSpPr/>
        <p:nvPr/>
      </p:nvGrpSpPr>
      <p:grpSpPr>
        <a:xfrm>
          <a:off x="0" y="0"/>
          <a:ext cx="0" cy="0"/>
          <a:chOff x="0" y="0"/>
          <a:chExt cx="0" cy="0"/>
        </a:xfrm>
      </p:grpSpPr>
      <p:grpSp>
        <p:nvGrpSpPr>
          <p:cNvPr id="9" name="Grupo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a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4" name="Forma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es-ES" sz="4200" b="1">
                <a:latin typeface="+mj-lt"/>
              </a:defRPr>
            </a:lvl1pPr>
          </a:lstStyle>
          <a:p>
            <a:pPr rtl="0"/>
            <a:r>
              <a:rPr lang="es-ES"/>
              <a:t>Haga clic para agregar un título</a:t>
            </a:r>
          </a:p>
        </p:txBody>
      </p:sp>
      <p:sp>
        <p:nvSpPr>
          <p:cNvPr id="3" name="Marcador de contenido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es-ES">
                <a:latin typeface="+mn-lt"/>
              </a:defRPr>
            </a:lvl1pPr>
            <a:lvl2pPr marL="457200" indent="0">
              <a:buNone/>
              <a:defRPr lang="es-ES">
                <a:latin typeface="+mn-lt"/>
              </a:defRPr>
            </a:lvl2pPr>
            <a:lvl3pPr marL="914400" indent="0">
              <a:buNone/>
              <a:defRPr lang="es-ES">
                <a:latin typeface="+mn-lt"/>
              </a:defRPr>
            </a:lvl3pPr>
            <a:lvl4pPr marL="1371600" indent="0">
              <a:buNone/>
              <a:defRPr lang="es-ES">
                <a:latin typeface="+mn-lt"/>
              </a:defRPr>
            </a:lvl4pPr>
            <a:lvl5pPr marL="1828800" indent="0">
              <a:buNone/>
              <a:defRPr lang="es-ES">
                <a:latin typeface="+mn-lt"/>
              </a:defRPr>
            </a:lvl5pPr>
          </a:lstStyle>
          <a:p>
            <a:pPr lvl="0" rtl="0"/>
            <a:r>
              <a:rPr lang="es-ES"/>
              <a:t>Haga clic para agregar texto</a:t>
            </a:r>
          </a:p>
          <a:p>
            <a:pPr lvl="1" rtl="0"/>
            <a:r>
              <a:rPr lang="es-ES"/>
              <a:t>Segundo nivel</a:t>
            </a:r>
          </a:p>
          <a:p>
            <a:pPr lvl="2" rtl="0"/>
            <a:r>
              <a:rPr lang="es-ES"/>
              <a:t>Tercer nivel</a:t>
            </a:r>
          </a:p>
          <a:p>
            <a:pPr lvl="3" rtl="0"/>
            <a:r>
              <a:rPr lang="es-ES"/>
              <a:t>Cuarto nivel</a:t>
            </a:r>
          </a:p>
          <a:p>
            <a:pPr lvl="4" rtl="0"/>
            <a:r>
              <a:rPr lang="es-ES"/>
              <a:t>Quinto nivel</a:t>
            </a:r>
          </a:p>
        </p:txBody>
      </p:sp>
      <p:sp>
        <p:nvSpPr>
          <p:cNvPr id="10" name="Marcador de fecha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es-ES" sz="1200">
                <a:solidFill>
                  <a:schemeClr val="accent3"/>
                </a:solidFill>
                <a:latin typeface="+mn-lt"/>
              </a:defRPr>
            </a:lvl1pPr>
          </a:lstStyle>
          <a:p>
            <a:pPr rtl="0"/>
            <a:r>
              <a:rPr lang="es-ES"/>
              <a:t>8/9/20XX</a:t>
            </a:r>
          </a:p>
        </p:txBody>
      </p:sp>
      <p:sp>
        <p:nvSpPr>
          <p:cNvPr id="11" name="Marcador de pie de página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accent3"/>
                </a:solidFill>
                <a:latin typeface="+mn-lt"/>
              </a:defRPr>
            </a:lvl1pPr>
          </a:lstStyle>
          <a:p>
            <a:pPr rtl="0"/>
            <a:endParaRPr lang="es-ES" dirty="0"/>
          </a:p>
        </p:txBody>
      </p:sp>
      <p:sp>
        <p:nvSpPr>
          <p:cNvPr id="12" name="Marcador de número de diapositiva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es-ES" sz="1200">
                <a:solidFill>
                  <a:schemeClr val="accent3"/>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Finalizar diapositiva">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ángulo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s-ES"/>
              </a:defPPr>
            </a:lstStyle>
            <a:p>
              <a:pPr algn="ctr" rtl="0"/>
              <a:endParaRPr lang="es-ES" dirty="0"/>
            </a:p>
          </p:txBody>
        </p:sp>
        <p:grpSp>
          <p:nvGrpSpPr>
            <p:cNvPr id="6" name="Grupo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a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6" name="Forma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2" name="Forma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sp>
          <p:nvSpPr>
            <p:cNvPr id="17" name="Forma lib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s-ES"/>
              </a:defPPr>
            </a:lstStyle>
            <a:p>
              <a:pPr algn="ctr" rtl="0"/>
              <a:endParaRPr lang="es-ES" dirty="0"/>
            </a:p>
          </p:txBody>
        </p:sp>
      </p:grpSp>
      <p:sp>
        <p:nvSpPr>
          <p:cNvPr id="2" name="Título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es-ES" sz="6000" b="1">
                <a:latin typeface="+mj-lt"/>
              </a:defRPr>
            </a:lvl1pPr>
          </a:lstStyle>
          <a:p>
            <a:pPr rtl="0"/>
            <a:r>
              <a:rPr lang="es-ES"/>
              <a:t>Haga clic para agregar un título</a:t>
            </a:r>
          </a:p>
        </p:txBody>
      </p:sp>
      <p:sp>
        <p:nvSpPr>
          <p:cNvPr id="3" name="Subtítulo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es-ES" sz="2800">
                <a:latin typeface="+mn-lt"/>
              </a:defRPr>
            </a:lvl1pPr>
            <a:lvl2pPr marL="457200" indent="0" algn="ctr">
              <a:buNone/>
              <a:defRPr lang="es-ES" sz="2000"/>
            </a:lvl2pPr>
            <a:lvl3pPr marL="914400" indent="0" algn="ctr">
              <a:buNone/>
              <a:defRPr lang="es-ES" sz="1800"/>
            </a:lvl3pPr>
            <a:lvl4pPr marL="1371600" indent="0" algn="ctr">
              <a:buNone/>
              <a:defRPr lang="es-ES" sz="1600"/>
            </a:lvl4pPr>
            <a:lvl5pPr marL="1828800" indent="0" algn="ctr">
              <a:buNone/>
              <a:defRPr lang="es-ES" sz="1600"/>
            </a:lvl5pPr>
            <a:lvl6pPr marL="2286000" indent="0" algn="ctr">
              <a:buNone/>
              <a:defRPr lang="es-ES" sz="1600"/>
            </a:lvl6pPr>
            <a:lvl7pPr marL="2743200" indent="0" algn="ctr">
              <a:buNone/>
              <a:defRPr lang="es-ES" sz="1600"/>
            </a:lvl7pPr>
            <a:lvl8pPr marL="3200400" indent="0" algn="ctr">
              <a:buNone/>
              <a:defRPr lang="es-ES" sz="1600"/>
            </a:lvl8pPr>
            <a:lvl9pPr marL="3657600" indent="0" algn="ctr">
              <a:buNone/>
              <a:defRPr lang="es-ES" sz="1600"/>
            </a:lvl9pPr>
          </a:lstStyle>
          <a:p>
            <a:pPr lvl="0" rtl="0"/>
            <a:r>
              <a:rPr lang="es-ES"/>
              <a:t>Haga clic para agregar texto</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es-ES"/>
            </a:defPPr>
          </a:lstStyle>
          <a:p>
            <a:pPr rtl="0"/>
            <a:r>
              <a:rPr lang="es-ES"/>
              <a:t>Haga clic para modificar el estilo de título del patrón</a:t>
            </a:r>
          </a:p>
        </p:txBody>
      </p:sp>
      <p:sp>
        <p:nvSpPr>
          <p:cNvPr id="3" name="Marcador de texto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fecha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es-ES" sz="1200">
                <a:solidFill>
                  <a:schemeClr val="tx2"/>
                </a:solidFill>
                <a:latin typeface="+mn-lt"/>
              </a:defRPr>
            </a:lvl1pPr>
          </a:lstStyle>
          <a:p>
            <a:pPr rtl="0"/>
            <a:r>
              <a:rPr lang="es-ES"/>
              <a:t>8/9/20XX</a:t>
            </a:r>
          </a:p>
        </p:txBody>
      </p:sp>
      <p:sp>
        <p:nvSpPr>
          <p:cNvPr id="5" name="Marcador de pie de página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es-ES" sz="1200">
                <a:solidFill>
                  <a:schemeClr val="tx2"/>
                </a:solidFill>
                <a:latin typeface="+mn-lt"/>
              </a:defRPr>
            </a:lvl1pPr>
          </a:lstStyle>
          <a:p>
            <a:pPr rtl="0"/>
            <a:endParaRPr lang="es-ES" dirty="0"/>
          </a:p>
        </p:txBody>
      </p:sp>
      <p:sp>
        <p:nvSpPr>
          <p:cNvPr id="6" name="Marcador de número de diapositiva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es-ES" sz="1200">
                <a:solidFill>
                  <a:schemeClr val="tx2"/>
                </a:solidFill>
                <a:latin typeface="+mn-lt"/>
              </a:defRPr>
            </a:lvl1pPr>
          </a:lstStyle>
          <a:p>
            <a:pPr rtl="0"/>
            <a:fld id="{294A09A9-5501-47C1-A89A-A340965A2BE2}" type="slidenum">
              <a:rPr lang="es-ES" smtClean="0"/>
              <a:pPr rtl="0"/>
              <a:t>‹Nº›</a:t>
            </a:fld>
            <a:endParaRPr lang="es-E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lang="es-ES"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s-ES"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es-ES"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s-ES"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DF3D98-3C30-4CFC-8643-C81E829C8C25}"/>
              </a:ext>
            </a:extLst>
          </p:cNvPr>
          <p:cNvSpPr>
            <a:spLocks noGrp="1"/>
          </p:cNvSpPr>
          <p:nvPr>
            <p:ph type="title"/>
          </p:nvPr>
        </p:nvSpPr>
        <p:spPr>
          <a:xfrm>
            <a:off x="5943600" y="457200"/>
            <a:ext cx="5120640" cy="3200400"/>
          </a:xfrm>
        </p:spPr>
        <p:txBody>
          <a:bodyPr vert="horz" lIns="91440" tIns="45720" rIns="91440" bIns="45720" rtlCol="0" anchor="b" anchorCtr="0">
            <a:normAutofit/>
          </a:bodyPr>
          <a:lstStyle>
            <a:defPPr>
              <a:defRPr lang="es-ES"/>
            </a:defPPr>
          </a:lstStyle>
          <a:p>
            <a:r>
              <a:rPr lang="es-ES" sz="5600" b="1" kern="1200" dirty="0">
                <a:latin typeface="+mj-lt"/>
                <a:ea typeface="+mj-ea"/>
                <a:cs typeface="+mj-cs"/>
              </a:rPr>
              <a:t>IF-5100 Administración de bases de datos</a:t>
            </a:r>
          </a:p>
        </p:txBody>
      </p:sp>
      <p:sp>
        <p:nvSpPr>
          <p:cNvPr id="3" name="Título 1">
            <a:extLst>
              <a:ext uri="{FF2B5EF4-FFF2-40B4-BE49-F238E27FC236}">
                <a16:creationId xmlns:a16="http://schemas.microsoft.com/office/drawing/2014/main" id="{EEBB6FD5-CB11-15FB-6E4D-07CBED073A57}"/>
              </a:ext>
            </a:extLst>
          </p:cNvPr>
          <p:cNvSpPr txBox="1">
            <a:spLocks/>
          </p:cNvSpPr>
          <p:nvPr/>
        </p:nvSpPr>
        <p:spPr>
          <a:xfrm>
            <a:off x="5943598" y="3657600"/>
            <a:ext cx="5120640" cy="693336"/>
          </a:xfrm>
          <a:prstGeom prst="rect">
            <a:avLst/>
          </a:prstGeom>
        </p:spPr>
        <p:txBody>
          <a:bodyPr vert="horz" lIns="91440" tIns="45720" rIns="91440" bIns="45720" rtlCol="0" anchor="t" anchorCtr="0">
            <a:normAutofit/>
          </a:bodyPr>
          <a:lstStyle>
            <a:defPPr>
              <a:defRPr lang="es-ES"/>
            </a:defPPr>
            <a:lvl1pPr algn="l" defTabSz="914400" rtl="0" eaLnBrk="1" latinLnBrk="0" hangingPunct="1">
              <a:lnSpc>
                <a:spcPct val="80000"/>
              </a:lnSpc>
              <a:spcBef>
                <a:spcPct val="0"/>
              </a:spcBef>
              <a:buNone/>
              <a:defRPr lang="es-ES" sz="6000" b="1" kern="1200">
                <a:solidFill>
                  <a:schemeClr val="tx1"/>
                </a:solidFill>
                <a:latin typeface="+mj-lt"/>
                <a:ea typeface="+mj-ea"/>
                <a:cs typeface="+mj-cs"/>
              </a:defRPr>
            </a:lvl1pPr>
          </a:lstStyle>
          <a:p>
            <a:pPr>
              <a:lnSpc>
                <a:spcPct val="90000"/>
              </a:lnSpc>
              <a:spcBef>
                <a:spcPts val="1000"/>
              </a:spcBef>
            </a:pPr>
            <a:r>
              <a:rPr lang="es-ES" sz="3200" kern="1200" dirty="0">
                <a:latin typeface="+mn-lt"/>
                <a:ea typeface="+mn-ea"/>
                <a:cs typeface="+mn-cs"/>
              </a:rPr>
              <a:t>Informática Empresarial</a:t>
            </a:r>
          </a:p>
        </p:txBody>
      </p:sp>
      <p:pic>
        <p:nvPicPr>
          <p:cNvPr id="5" name="Gráfico 4">
            <a:extLst>
              <a:ext uri="{FF2B5EF4-FFF2-40B4-BE49-F238E27FC236}">
                <a16:creationId xmlns:a16="http://schemas.microsoft.com/office/drawing/2014/main" id="{85BB1439-1C28-4247-0ABD-061B539049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4238" y="1167543"/>
            <a:ext cx="4500562" cy="4500562"/>
          </a:xfrm>
          <a:prstGeom prst="ellipse">
            <a:avLst/>
          </a:prstGeom>
        </p:spPr>
      </p:pic>
      <p:sp>
        <p:nvSpPr>
          <p:cNvPr id="6" name="Título 1">
            <a:extLst>
              <a:ext uri="{FF2B5EF4-FFF2-40B4-BE49-F238E27FC236}">
                <a16:creationId xmlns:a16="http://schemas.microsoft.com/office/drawing/2014/main" id="{BBC0F21F-D25A-E60F-B9DD-8D1C7B7203FF}"/>
              </a:ext>
            </a:extLst>
          </p:cNvPr>
          <p:cNvSpPr txBox="1">
            <a:spLocks/>
          </p:cNvSpPr>
          <p:nvPr/>
        </p:nvSpPr>
        <p:spPr>
          <a:xfrm>
            <a:off x="5943598" y="4211934"/>
            <a:ext cx="5120640" cy="693336"/>
          </a:xfrm>
          <a:prstGeom prst="rect">
            <a:avLst/>
          </a:prstGeom>
        </p:spPr>
        <p:txBody>
          <a:bodyPr vert="horz" lIns="91440" tIns="45720" rIns="91440" bIns="45720" rtlCol="0" anchor="t" anchorCtr="0">
            <a:normAutofit fontScale="85000" lnSpcReduction="20000"/>
          </a:bodyPr>
          <a:lstStyle>
            <a:defPPr>
              <a:defRPr lang="es-ES"/>
            </a:defPPr>
            <a:lvl1pPr algn="l" defTabSz="914400" rtl="0" eaLnBrk="1" latinLnBrk="0" hangingPunct="1">
              <a:lnSpc>
                <a:spcPct val="80000"/>
              </a:lnSpc>
              <a:spcBef>
                <a:spcPct val="0"/>
              </a:spcBef>
              <a:buNone/>
              <a:defRPr lang="es-ES" sz="6000" b="1" kern="1200">
                <a:solidFill>
                  <a:schemeClr val="tx1"/>
                </a:solidFill>
                <a:latin typeface="+mj-lt"/>
                <a:ea typeface="+mj-ea"/>
                <a:cs typeface="+mj-cs"/>
              </a:defRPr>
            </a:lvl1pPr>
          </a:lstStyle>
          <a:p>
            <a:pPr>
              <a:lnSpc>
                <a:spcPct val="90000"/>
              </a:lnSpc>
              <a:spcBef>
                <a:spcPts val="1000"/>
              </a:spcBef>
            </a:pPr>
            <a:r>
              <a:rPr lang="es-ES" sz="3200" kern="1200" dirty="0">
                <a:latin typeface="+mn-lt"/>
                <a:ea typeface="+mn-ea"/>
                <a:cs typeface="+mn-cs"/>
              </a:rPr>
              <a:t>Clase 3 – Organización física de archivos</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rtlCol="0" anchor="b">
            <a:normAutofit/>
          </a:bodyPr>
          <a:lstStyle>
            <a:defPPr>
              <a:defRPr lang="es-ES"/>
            </a:defPPr>
          </a:lstStyle>
          <a:p>
            <a:pPr rtl="0"/>
            <a:r>
              <a:rPr lang="es-ES" dirty="0"/>
              <a:t>Agenda</a:t>
            </a:r>
          </a:p>
        </p:txBody>
      </p:sp>
      <p:graphicFrame>
        <p:nvGraphicFramePr>
          <p:cNvPr id="5" name="Marcador de contenido 2">
            <a:extLst>
              <a:ext uri="{FF2B5EF4-FFF2-40B4-BE49-F238E27FC236}">
                <a16:creationId xmlns:a16="http://schemas.microsoft.com/office/drawing/2014/main" id="{C206C54B-6301-7941-014E-AE2DA775D4E4}"/>
              </a:ext>
            </a:extLst>
          </p:cNvPr>
          <p:cNvGraphicFramePr>
            <a:graphicFrameLocks noGrp="1"/>
          </p:cNvGraphicFramePr>
          <p:nvPr>
            <p:ph idx="1"/>
            <p:extLst>
              <p:ext uri="{D42A27DB-BD31-4B8C-83A1-F6EECF244321}">
                <p14:modId xmlns:p14="http://schemas.microsoft.com/office/powerpoint/2010/main" val="1976916272"/>
              </p:ext>
            </p:extLst>
          </p:nvPr>
        </p:nvGraphicFramePr>
        <p:xfrm>
          <a:off x="1158865" y="2017467"/>
          <a:ext cx="9779182" cy="33668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1455C0B-19FB-954B-532A-0A68CAC4E0E4}"/>
              </a:ext>
            </a:extLst>
          </p:cNvPr>
          <p:cNvSpPr>
            <a:spLocks noGrp="1"/>
          </p:cNvSpPr>
          <p:nvPr>
            <p:ph idx="10"/>
          </p:nvPr>
        </p:nvSpPr>
        <p:spPr>
          <a:xfrm>
            <a:off x="594361" y="1132444"/>
            <a:ext cx="10747310" cy="3332832"/>
          </a:xfrm>
        </p:spPr>
        <p:txBody>
          <a:bodyPr rtlCol="0">
            <a:normAutofit/>
          </a:bodyPr>
          <a:lstStyle>
            <a:defPPr>
              <a:defRPr lang="es-ES"/>
            </a:defPPr>
          </a:lstStyle>
          <a:p>
            <a:r>
              <a:rPr lang="es-CR" sz="4000" dirty="0"/>
              <a:t>¿Podría el usuario obtener la información deseada en el formato apropiado y en un tiempo conveniente?</a:t>
            </a:r>
            <a:endParaRPr lang="es-MX" sz="4000" dirty="0"/>
          </a:p>
        </p:txBody>
      </p:sp>
      <p:pic>
        <p:nvPicPr>
          <p:cNvPr id="1034" name="Picture 10" descr="Página 3 | Fotos de Signo pregunta png - Descarga fotos gratis de gran  calidad | Freepik">
            <a:extLst>
              <a:ext uri="{FF2B5EF4-FFF2-40B4-BE49-F238E27FC236}">
                <a16:creationId xmlns:a16="http://schemas.microsoft.com/office/drawing/2014/main" id="{271AF787-9A57-699A-DD07-35BD9F73E4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807" y="2793648"/>
            <a:ext cx="2275998" cy="2697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93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52C4F-1544-B800-2DA6-30CFD885AA11}"/>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86B9367-B177-5743-4539-053305881E49}"/>
              </a:ext>
            </a:extLst>
          </p:cNvPr>
          <p:cNvSpPr>
            <a:spLocks noGrp="1"/>
          </p:cNvSpPr>
          <p:nvPr>
            <p:ph idx="10"/>
          </p:nvPr>
        </p:nvSpPr>
        <p:spPr>
          <a:xfrm>
            <a:off x="594361" y="1132444"/>
            <a:ext cx="10747310" cy="3332832"/>
          </a:xfrm>
        </p:spPr>
        <p:txBody>
          <a:bodyPr rtlCol="0">
            <a:normAutofit/>
          </a:bodyPr>
          <a:lstStyle>
            <a:defPPr>
              <a:defRPr lang="es-ES"/>
            </a:defPPr>
          </a:lstStyle>
          <a:p>
            <a:r>
              <a:rPr lang="es-CR" sz="4000" dirty="0"/>
              <a:t>“Tiempo conveniente”, puede expresarse generalmente como tiempo de respuesta aceptable.</a:t>
            </a:r>
            <a:endParaRPr lang="es-MX" sz="4000" dirty="0"/>
          </a:p>
        </p:txBody>
      </p:sp>
      <p:pic>
        <p:nvPicPr>
          <p:cNvPr id="8194" name="Picture 2" descr="Flash (Barry Allen) | Death Battle Fanon Wiki en Español Wiki | Fandom">
            <a:extLst>
              <a:ext uri="{FF2B5EF4-FFF2-40B4-BE49-F238E27FC236}">
                <a16:creationId xmlns:a16="http://schemas.microsoft.com/office/drawing/2014/main" id="{D01CB00B-A09B-8284-A944-0DC79E765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4944" y="2591753"/>
            <a:ext cx="2878455" cy="2740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4449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2955A-3792-02B8-28D7-310F0922B255}"/>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464D369-8D09-D80F-FA99-01F83217990C}"/>
              </a:ext>
            </a:extLst>
          </p:cNvPr>
          <p:cNvSpPr>
            <a:spLocks noGrp="1"/>
          </p:cNvSpPr>
          <p:nvPr>
            <p:ph idx="10"/>
          </p:nvPr>
        </p:nvSpPr>
        <p:spPr>
          <a:xfrm>
            <a:off x="594361" y="1132444"/>
            <a:ext cx="10747310" cy="3332832"/>
          </a:xfrm>
        </p:spPr>
        <p:txBody>
          <a:bodyPr rtlCol="0">
            <a:normAutofit/>
          </a:bodyPr>
          <a:lstStyle>
            <a:defPPr>
              <a:defRPr lang="es-ES"/>
            </a:defPPr>
          </a:lstStyle>
          <a:p>
            <a:r>
              <a:rPr lang="es-CR" sz="4000" dirty="0"/>
              <a:t>La “información deseada” y el “formato apropiado”  no se afectan por la organización física de datos, pero el tiempo de respuesta sí.</a:t>
            </a:r>
            <a:endParaRPr lang="es-MX" sz="4000" dirty="0"/>
          </a:p>
        </p:txBody>
      </p:sp>
      <p:pic>
        <p:nvPicPr>
          <p:cNvPr id="9218" name="Picture 2" descr="Reloj PNG ,dibujos Despertador, Mesa, Reloj PNG PNG Imagen para Descarga  Gratuita | Pngtree">
            <a:extLst>
              <a:ext uri="{FF2B5EF4-FFF2-40B4-BE49-F238E27FC236}">
                <a16:creationId xmlns:a16="http://schemas.microsoft.com/office/drawing/2014/main" id="{CA3BDA06-F050-3E9E-AC63-0E419EE9F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198" y="3005138"/>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5911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2556C-8A8A-231F-69ED-C34DD09B88E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537A51B-6DC7-588E-0A41-038405D576C0}"/>
              </a:ext>
            </a:extLst>
          </p:cNvPr>
          <p:cNvSpPr>
            <a:spLocks noGrp="1"/>
          </p:cNvSpPr>
          <p:nvPr>
            <p:ph idx="10"/>
          </p:nvPr>
        </p:nvSpPr>
        <p:spPr>
          <a:xfrm>
            <a:off x="914401" y="301864"/>
            <a:ext cx="8069579" cy="1389776"/>
          </a:xfrm>
        </p:spPr>
        <p:txBody>
          <a:bodyPr rtlCol="0">
            <a:normAutofit/>
          </a:bodyPr>
          <a:lstStyle>
            <a:defPPr>
              <a:defRPr lang="es-ES"/>
            </a:defPPr>
          </a:lstStyle>
          <a:p>
            <a:r>
              <a:rPr lang="es-CR" b="1" dirty="0"/>
              <a:t>El selector de estrategia </a:t>
            </a:r>
            <a:r>
              <a:rPr lang="es-CR" dirty="0"/>
              <a:t>(usualmente el software que transforma una consulta del usuario en una forma efectiva para su posterior ejecución) traduce la orden del usuario a su forma mas eficiente para su ejecución.</a:t>
            </a:r>
            <a:endParaRPr lang="es-MX" b="1" dirty="0"/>
          </a:p>
        </p:txBody>
      </p:sp>
      <p:pic>
        <p:nvPicPr>
          <p:cNvPr id="6" name="Imagen 5">
            <a:extLst>
              <a:ext uri="{FF2B5EF4-FFF2-40B4-BE49-F238E27FC236}">
                <a16:creationId xmlns:a16="http://schemas.microsoft.com/office/drawing/2014/main" id="{93D678CC-D422-9746-4DE0-7056C01F0DB2}"/>
              </a:ext>
            </a:extLst>
          </p:cNvPr>
          <p:cNvPicPr>
            <a:picLocks noChangeAspect="1"/>
          </p:cNvPicPr>
          <p:nvPr/>
        </p:nvPicPr>
        <p:blipFill>
          <a:blip r:embed="rId3"/>
          <a:stretch>
            <a:fillRect/>
          </a:stretch>
        </p:blipFill>
        <p:spPr>
          <a:xfrm>
            <a:off x="2225040" y="1468113"/>
            <a:ext cx="5239020" cy="3667955"/>
          </a:xfrm>
          <a:prstGeom prst="rect">
            <a:avLst/>
          </a:prstGeom>
        </p:spPr>
      </p:pic>
    </p:spTree>
    <p:extLst>
      <p:ext uri="{BB962C8B-B14F-4D97-AF65-F5344CB8AC3E}">
        <p14:creationId xmlns:p14="http://schemas.microsoft.com/office/powerpoint/2010/main" val="273960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BD45C-0972-A0BA-E47C-B6B346006B7D}"/>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20CB3A9-F804-3E87-0626-E5C705DECE60}"/>
              </a:ext>
            </a:extLst>
          </p:cNvPr>
          <p:cNvSpPr>
            <a:spLocks noGrp="1"/>
          </p:cNvSpPr>
          <p:nvPr>
            <p:ph idx="10"/>
          </p:nvPr>
        </p:nvSpPr>
        <p:spPr>
          <a:xfrm>
            <a:off x="914401" y="301864"/>
            <a:ext cx="8069579" cy="1389776"/>
          </a:xfrm>
        </p:spPr>
        <p:txBody>
          <a:bodyPr rtlCol="0">
            <a:normAutofit/>
          </a:bodyPr>
          <a:lstStyle>
            <a:defPPr>
              <a:defRPr lang="es-ES"/>
            </a:defPPr>
          </a:lstStyle>
          <a:p>
            <a:r>
              <a:rPr lang="es-MX" dirty="0"/>
              <a:t>La orden traducida activa entonces al </a:t>
            </a:r>
            <a:r>
              <a:rPr lang="es-MX" b="1" dirty="0"/>
              <a:t>administrador de buffer</a:t>
            </a:r>
            <a:r>
              <a:rPr lang="es-MX" dirty="0"/>
              <a:t>, que</a:t>
            </a:r>
          </a:p>
          <a:p>
            <a:r>
              <a:rPr lang="es-MX" dirty="0"/>
              <a:t>controla el movimiento de datos entre la memoria principal y el</a:t>
            </a:r>
          </a:p>
          <a:p>
            <a:r>
              <a:rPr lang="es-MX" dirty="0"/>
              <a:t>almacenamiento en disco.</a:t>
            </a:r>
          </a:p>
        </p:txBody>
      </p:sp>
      <p:pic>
        <p:nvPicPr>
          <p:cNvPr id="6" name="Imagen 5">
            <a:extLst>
              <a:ext uri="{FF2B5EF4-FFF2-40B4-BE49-F238E27FC236}">
                <a16:creationId xmlns:a16="http://schemas.microsoft.com/office/drawing/2014/main" id="{109643F6-FAF3-C727-71AE-3E08B7078582}"/>
              </a:ext>
            </a:extLst>
          </p:cNvPr>
          <p:cNvPicPr>
            <a:picLocks noChangeAspect="1"/>
          </p:cNvPicPr>
          <p:nvPr/>
        </p:nvPicPr>
        <p:blipFill>
          <a:blip r:embed="rId3"/>
          <a:stretch>
            <a:fillRect/>
          </a:stretch>
        </p:blipFill>
        <p:spPr>
          <a:xfrm>
            <a:off x="2225040" y="1468113"/>
            <a:ext cx="5239020" cy="3667955"/>
          </a:xfrm>
          <a:prstGeom prst="rect">
            <a:avLst/>
          </a:prstGeom>
        </p:spPr>
      </p:pic>
    </p:spTree>
    <p:extLst>
      <p:ext uri="{BB962C8B-B14F-4D97-AF65-F5344CB8AC3E}">
        <p14:creationId xmlns:p14="http://schemas.microsoft.com/office/powerpoint/2010/main" val="222723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3EDF-92B0-55F6-0869-E81468B118D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5ACB899-DBDA-3939-4528-79560BB85F09}"/>
              </a:ext>
            </a:extLst>
          </p:cNvPr>
          <p:cNvSpPr>
            <a:spLocks noGrp="1"/>
          </p:cNvSpPr>
          <p:nvPr>
            <p:ph idx="10"/>
          </p:nvPr>
        </p:nvSpPr>
        <p:spPr>
          <a:xfrm>
            <a:off x="914401" y="301864"/>
            <a:ext cx="9669779" cy="1389776"/>
          </a:xfrm>
        </p:spPr>
        <p:txBody>
          <a:bodyPr rtlCol="0">
            <a:normAutofit/>
          </a:bodyPr>
          <a:lstStyle>
            <a:defPPr>
              <a:defRPr lang="es-ES"/>
            </a:defPPr>
          </a:lstStyle>
          <a:p>
            <a:r>
              <a:rPr lang="es-MX" dirty="0"/>
              <a:t>El </a:t>
            </a:r>
            <a:r>
              <a:rPr lang="es-MX" b="1" dirty="0"/>
              <a:t>administrador de archivos </a:t>
            </a:r>
            <a:r>
              <a:rPr lang="es-MX" dirty="0"/>
              <a:t>da soporte al administrador de buffer</a:t>
            </a:r>
          </a:p>
          <a:p>
            <a:r>
              <a:rPr lang="es-MX" dirty="0"/>
              <a:t>administrando la reserva de localizaciones de almacenamiento en disco y las</a:t>
            </a:r>
          </a:p>
          <a:p>
            <a:r>
              <a:rPr lang="es-MX" dirty="0"/>
              <a:t>estructuras de datos asociadas.</a:t>
            </a:r>
          </a:p>
        </p:txBody>
      </p:sp>
      <p:pic>
        <p:nvPicPr>
          <p:cNvPr id="6" name="Imagen 5">
            <a:extLst>
              <a:ext uri="{FF2B5EF4-FFF2-40B4-BE49-F238E27FC236}">
                <a16:creationId xmlns:a16="http://schemas.microsoft.com/office/drawing/2014/main" id="{DF5C58B4-D6DD-0571-3B4F-DD8D0DA171CA}"/>
              </a:ext>
            </a:extLst>
          </p:cNvPr>
          <p:cNvPicPr>
            <a:picLocks noChangeAspect="1"/>
          </p:cNvPicPr>
          <p:nvPr/>
        </p:nvPicPr>
        <p:blipFill>
          <a:blip r:embed="rId3"/>
          <a:stretch>
            <a:fillRect/>
          </a:stretch>
        </p:blipFill>
        <p:spPr>
          <a:xfrm>
            <a:off x="2225040" y="1468113"/>
            <a:ext cx="5239020" cy="3667955"/>
          </a:xfrm>
          <a:prstGeom prst="rect">
            <a:avLst/>
          </a:prstGeom>
        </p:spPr>
      </p:pic>
    </p:spTree>
    <p:extLst>
      <p:ext uri="{BB962C8B-B14F-4D97-AF65-F5344CB8AC3E}">
        <p14:creationId xmlns:p14="http://schemas.microsoft.com/office/powerpoint/2010/main" val="1668462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27D2B-BD1D-51F6-BDD5-8DE1C64D208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F87906E-5BA5-FD66-B450-0C47A48B1B88}"/>
              </a:ext>
            </a:extLst>
          </p:cNvPr>
          <p:cNvSpPr>
            <a:spLocks noGrp="1"/>
          </p:cNvSpPr>
          <p:nvPr>
            <p:ph type="title"/>
          </p:nvPr>
        </p:nvSpPr>
        <p:spPr>
          <a:xfrm>
            <a:off x="1213212" y="243840"/>
            <a:ext cx="9601200" cy="822157"/>
          </a:xfrm>
        </p:spPr>
        <p:txBody>
          <a:bodyPr rtlCol="0" anchor="b">
            <a:normAutofit/>
          </a:bodyPr>
          <a:lstStyle>
            <a:defPPr>
              <a:defRPr lang="es-ES"/>
            </a:defPPr>
          </a:lstStyle>
          <a:p>
            <a:pPr rtl="0"/>
            <a:r>
              <a:rPr lang="es-ES" dirty="0"/>
              <a:t>Organización física de archivos</a:t>
            </a:r>
          </a:p>
        </p:txBody>
      </p:sp>
      <p:sp>
        <p:nvSpPr>
          <p:cNvPr id="3" name="Marcador de contenido 2">
            <a:extLst>
              <a:ext uri="{FF2B5EF4-FFF2-40B4-BE49-F238E27FC236}">
                <a16:creationId xmlns:a16="http://schemas.microsoft.com/office/drawing/2014/main" id="{E8906376-63B8-2AF7-51FB-197359001C75}"/>
              </a:ext>
            </a:extLst>
          </p:cNvPr>
          <p:cNvSpPr>
            <a:spLocks noGrp="1"/>
          </p:cNvSpPr>
          <p:nvPr>
            <p:ph idx="10"/>
          </p:nvPr>
        </p:nvSpPr>
        <p:spPr>
          <a:xfrm>
            <a:off x="4339823" y="1460104"/>
            <a:ext cx="7268547" cy="4353956"/>
          </a:xfrm>
        </p:spPr>
        <p:txBody>
          <a:bodyPr rtlCol="0">
            <a:normAutofit/>
          </a:bodyPr>
          <a:lstStyle>
            <a:defPPr>
              <a:defRPr lang="es-ES"/>
            </a:defPPr>
          </a:lstStyle>
          <a:p>
            <a:r>
              <a:rPr lang="es-CR" dirty="0"/>
              <a:t>La memoria principal (RAM) </a:t>
            </a:r>
            <a:r>
              <a:rPr lang="es-MX" dirty="0"/>
              <a:t>es el almacenamiento intermedio usado por los datos que están disponibles para las operaciones del usuario.</a:t>
            </a:r>
          </a:p>
          <a:p>
            <a:pPr marL="342900" indent="-342900">
              <a:buFont typeface="Arial" panose="020B0604020202020204" pitchFamily="34" charset="0"/>
              <a:buChar char="•"/>
            </a:pPr>
            <a:r>
              <a:rPr lang="es-MX" dirty="0"/>
              <a:t>Aquí es donde reside la ejecución del programa.</a:t>
            </a:r>
          </a:p>
          <a:p>
            <a:pPr marL="342900" indent="-342900">
              <a:buFont typeface="Arial" panose="020B0604020202020204" pitchFamily="34" charset="0"/>
              <a:buChar char="•"/>
            </a:pPr>
            <a:r>
              <a:rPr lang="es-MX" dirty="0"/>
              <a:t>Como los datos se necesitan por el programa para ejecutar sus funciones, se transmiten estos desde el almacenamiento secundario a la memoria principal.</a:t>
            </a:r>
          </a:p>
          <a:p>
            <a:pPr marL="342900" indent="-342900">
              <a:buFont typeface="Arial" panose="020B0604020202020204" pitchFamily="34" charset="0"/>
              <a:buChar char="•"/>
            </a:pPr>
            <a:r>
              <a:rPr lang="es-MX" dirty="0"/>
              <a:t>Aunque la memoria principal puede ser capaz de almacenar varios megabytes de datos, es normalmente muy pequeña para almacenar la base de datos completa, por lo que es necesario el almacenamiento secundario.</a:t>
            </a:r>
          </a:p>
        </p:txBody>
      </p:sp>
      <p:pic>
        <p:nvPicPr>
          <p:cNvPr id="10242" name="Picture 2" descr="Memoria ram - Iconos gratis de tecnología">
            <a:extLst>
              <a:ext uri="{FF2B5EF4-FFF2-40B4-BE49-F238E27FC236}">
                <a16:creationId xmlns:a16="http://schemas.microsoft.com/office/drawing/2014/main" id="{49208C8F-1D97-3607-2F01-DB315588F6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3212" y="1835196"/>
            <a:ext cx="2551068" cy="2551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9792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D4F30-242D-0B63-9BC1-73AD6AA8187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B3D36806-E807-1388-BA60-A49D104D2AEB}"/>
              </a:ext>
            </a:extLst>
          </p:cNvPr>
          <p:cNvSpPr>
            <a:spLocks noGrp="1"/>
          </p:cNvSpPr>
          <p:nvPr>
            <p:ph type="title"/>
          </p:nvPr>
        </p:nvSpPr>
        <p:spPr>
          <a:xfrm>
            <a:off x="1213212" y="243840"/>
            <a:ext cx="9601200" cy="822157"/>
          </a:xfrm>
        </p:spPr>
        <p:txBody>
          <a:bodyPr rtlCol="0" anchor="b">
            <a:normAutofit/>
          </a:bodyPr>
          <a:lstStyle>
            <a:defPPr>
              <a:defRPr lang="es-ES"/>
            </a:defPPr>
          </a:lstStyle>
          <a:p>
            <a:pPr rtl="0"/>
            <a:r>
              <a:rPr lang="es-ES" dirty="0"/>
              <a:t>Organización física de archivos</a:t>
            </a:r>
          </a:p>
        </p:txBody>
      </p:sp>
      <p:sp>
        <p:nvSpPr>
          <p:cNvPr id="3" name="Marcador de contenido 2">
            <a:extLst>
              <a:ext uri="{FF2B5EF4-FFF2-40B4-BE49-F238E27FC236}">
                <a16:creationId xmlns:a16="http://schemas.microsoft.com/office/drawing/2014/main" id="{11D2D125-F310-B82A-FF27-3D0A939E2B70}"/>
              </a:ext>
            </a:extLst>
          </p:cNvPr>
          <p:cNvSpPr>
            <a:spLocks noGrp="1"/>
          </p:cNvSpPr>
          <p:nvPr>
            <p:ph idx="10"/>
          </p:nvPr>
        </p:nvSpPr>
        <p:spPr>
          <a:xfrm>
            <a:off x="4339823" y="1460104"/>
            <a:ext cx="7268547" cy="3332832"/>
          </a:xfrm>
        </p:spPr>
        <p:txBody>
          <a:bodyPr rtlCol="0">
            <a:normAutofit/>
          </a:bodyPr>
          <a:lstStyle>
            <a:defPPr>
              <a:defRPr lang="es-ES"/>
            </a:defPPr>
          </a:lstStyle>
          <a:p>
            <a:r>
              <a:rPr lang="es-MX" dirty="0"/>
              <a:t>La organización física de archivos se refiere a </a:t>
            </a:r>
            <a:r>
              <a:rPr lang="es-MX" b="1" dirty="0"/>
              <a:t>cómo los datos se almacenan realmente en los dispositivos de almacenamiento</a:t>
            </a:r>
            <a:r>
              <a:rPr lang="es-MX" dirty="0"/>
              <a:t>, más allá de lo lógico (tablas, filas, columnas).</a:t>
            </a:r>
          </a:p>
          <a:p>
            <a:r>
              <a:rPr lang="es-CR" dirty="0"/>
              <a:t>Importancia</a:t>
            </a:r>
          </a:p>
          <a:p>
            <a:r>
              <a:rPr lang="es-MX" dirty="0"/>
              <a:t>Protegerlos</a:t>
            </a:r>
          </a:p>
          <a:p>
            <a:pPr marL="342900" indent="-342900">
              <a:buFont typeface="Arial" panose="020B0604020202020204" pitchFamily="34" charset="0"/>
              <a:buChar char="•"/>
            </a:pPr>
            <a:r>
              <a:rPr lang="es-MX" dirty="0"/>
              <a:t>Impacta directamente en el rendimiento</a:t>
            </a:r>
          </a:p>
          <a:p>
            <a:pPr marL="342900" indent="-342900">
              <a:buFont typeface="Arial" panose="020B0604020202020204" pitchFamily="34" charset="0"/>
              <a:buChar char="•"/>
            </a:pPr>
            <a:r>
              <a:rPr lang="es-MX" dirty="0"/>
              <a:t>Define tiempos de lectura/escritura</a:t>
            </a:r>
          </a:p>
          <a:p>
            <a:pPr marL="342900" indent="-342900">
              <a:buFont typeface="Arial" panose="020B0604020202020204" pitchFamily="34" charset="0"/>
              <a:buChar char="•"/>
            </a:pPr>
            <a:r>
              <a:rPr lang="es-MX" dirty="0"/>
              <a:t>Afecta la eficiencia de consultas de SQL</a:t>
            </a:r>
          </a:p>
        </p:txBody>
      </p:sp>
      <p:pic>
        <p:nvPicPr>
          <p:cNvPr id="1028" name="Picture 4" descr="Disco duro - Iconos gratis de computadora">
            <a:extLst>
              <a:ext uri="{FF2B5EF4-FFF2-40B4-BE49-F238E27FC236}">
                <a16:creationId xmlns:a16="http://schemas.microsoft.com/office/drawing/2014/main" id="{DAAB24E0-7F20-076F-5B59-B4245FC2F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068" y="1399144"/>
            <a:ext cx="3090590" cy="3090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118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DB326-1FC2-4629-B5EE-7ACAD7F6A632}"/>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AF86DCB-B2AC-1579-F17B-E0E93C19A913}"/>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MX" dirty="0"/>
              <a:t>Medios físicos de almacenamiento</a:t>
            </a:r>
            <a:endParaRPr lang="es-ES" dirty="0"/>
          </a:p>
        </p:txBody>
      </p:sp>
      <p:sp>
        <p:nvSpPr>
          <p:cNvPr id="3" name="Marcador de contenido 2">
            <a:extLst>
              <a:ext uri="{FF2B5EF4-FFF2-40B4-BE49-F238E27FC236}">
                <a16:creationId xmlns:a16="http://schemas.microsoft.com/office/drawing/2014/main" id="{40644860-3D76-42DE-1EB3-A414A76FABB0}"/>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Disco duro mecánico (HDD)</a:t>
            </a:r>
          </a:p>
          <a:p>
            <a:r>
              <a:rPr lang="es-MX" dirty="0"/>
              <a:t>¿Cómo funciona?</a:t>
            </a:r>
          </a:p>
          <a:p>
            <a:pPr marL="342900" indent="-342900">
              <a:buFont typeface="Arial" panose="020B0604020202020204" pitchFamily="34" charset="0"/>
              <a:buChar char="•"/>
            </a:pPr>
            <a:r>
              <a:rPr lang="es-MX" dirty="0"/>
              <a:t>Utiliza platos magnéticos que giran</a:t>
            </a:r>
          </a:p>
          <a:p>
            <a:pPr marL="342900" indent="-342900">
              <a:buFont typeface="Arial" panose="020B0604020202020204" pitchFamily="34" charset="0"/>
              <a:buChar char="•"/>
            </a:pPr>
            <a:r>
              <a:rPr lang="es-MX" dirty="0"/>
              <a:t>Un cabezal se mueve para leer/escribir datos</a:t>
            </a:r>
          </a:p>
          <a:p>
            <a:pPr marL="342900" indent="-342900">
              <a:buFont typeface="Arial" panose="020B0604020202020204" pitchFamily="34" charset="0"/>
              <a:buChar char="•"/>
            </a:pPr>
            <a:r>
              <a:rPr lang="es-MX" dirty="0"/>
              <a:t>Los datos se organizan en:</a:t>
            </a:r>
          </a:p>
          <a:p>
            <a:pPr marL="626364" lvl="1" indent="-342900"/>
            <a:r>
              <a:rPr lang="es-MX" dirty="0"/>
              <a:t>Pistas (</a:t>
            </a:r>
            <a:r>
              <a:rPr lang="es-MX" dirty="0" err="1"/>
              <a:t>tracks</a:t>
            </a:r>
            <a:r>
              <a:rPr lang="es-MX" dirty="0"/>
              <a:t>)</a:t>
            </a:r>
          </a:p>
          <a:p>
            <a:pPr marL="626364" lvl="1" indent="-342900"/>
            <a:r>
              <a:rPr lang="es-MX" dirty="0"/>
              <a:t>Sectores</a:t>
            </a:r>
          </a:p>
          <a:p>
            <a:pPr marL="626364" lvl="1" indent="-342900"/>
            <a:r>
              <a:rPr lang="es-MX" dirty="0"/>
              <a:t>Cilindros</a:t>
            </a:r>
          </a:p>
        </p:txBody>
      </p:sp>
      <p:pic>
        <p:nvPicPr>
          <p:cNvPr id="4" name="Imagen 3">
            <a:extLst>
              <a:ext uri="{FF2B5EF4-FFF2-40B4-BE49-F238E27FC236}">
                <a16:creationId xmlns:a16="http://schemas.microsoft.com/office/drawing/2014/main" id="{AFB6C534-FDB6-66AA-D380-C395F871BCED}"/>
              </a:ext>
            </a:extLst>
          </p:cNvPr>
          <p:cNvPicPr>
            <a:picLocks noChangeAspect="1"/>
          </p:cNvPicPr>
          <p:nvPr/>
        </p:nvPicPr>
        <p:blipFill>
          <a:blip r:embed="rId3"/>
          <a:stretch>
            <a:fillRect/>
          </a:stretch>
        </p:blipFill>
        <p:spPr>
          <a:xfrm>
            <a:off x="754380" y="2388626"/>
            <a:ext cx="3612084" cy="2080747"/>
          </a:xfrm>
          <a:prstGeom prst="rect">
            <a:avLst/>
          </a:prstGeom>
        </p:spPr>
      </p:pic>
    </p:spTree>
    <p:extLst>
      <p:ext uri="{BB962C8B-B14F-4D97-AF65-F5344CB8AC3E}">
        <p14:creationId xmlns:p14="http://schemas.microsoft.com/office/powerpoint/2010/main" val="2477588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51E04-89CD-74BB-5F70-A3CC17FFB5C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C8293A8-DA21-188F-5E2E-B86AC83D3186}"/>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MX" dirty="0"/>
              <a:t>Medios físicos de almacenamiento</a:t>
            </a:r>
            <a:endParaRPr lang="es-ES" dirty="0"/>
          </a:p>
        </p:txBody>
      </p:sp>
      <p:sp>
        <p:nvSpPr>
          <p:cNvPr id="3" name="Marcador de contenido 2">
            <a:extLst>
              <a:ext uri="{FF2B5EF4-FFF2-40B4-BE49-F238E27FC236}">
                <a16:creationId xmlns:a16="http://schemas.microsoft.com/office/drawing/2014/main" id="{766DDC0E-68DA-5AA8-2A72-07EF3EE146E9}"/>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Disco duro mecánico (HDD)</a:t>
            </a:r>
          </a:p>
          <a:p>
            <a:r>
              <a:rPr lang="es-MX" dirty="0"/>
              <a:t>Características</a:t>
            </a:r>
          </a:p>
          <a:p>
            <a:pPr marL="342900" indent="-342900">
              <a:buFont typeface="Arial" panose="020B0604020202020204" pitchFamily="34" charset="0"/>
              <a:buChar char="•"/>
            </a:pPr>
            <a:r>
              <a:rPr lang="es-MX" dirty="0"/>
              <a:t>Acceso mas lento (movimiento mecánico)</a:t>
            </a:r>
          </a:p>
          <a:p>
            <a:pPr marL="342900" indent="-342900">
              <a:buFont typeface="Arial" panose="020B0604020202020204" pitchFamily="34" charset="0"/>
              <a:buChar char="•"/>
            </a:pPr>
            <a:r>
              <a:rPr lang="es-MX" dirty="0"/>
              <a:t>Más barato</a:t>
            </a:r>
          </a:p>
          <a:p>
            <a:pPr marL="342900" indent="-342900">
              <a:buFont typeface="Arial" panose="020B0604020202020204" pitchFamily="34" charset="0"/>
              <a:buChar char="•"/>
            </a:pPr>
            <a:r>
              <a:rPr lang="es-MX" dirty="0"/>
              <a:t>Mayor capacidad</a:t>
            </a:r>
          </a:p>
          <a:p>
            <a:r>
              <a:rPr lang="es-MX" dirty="0"/>
              <a:t>Conceptos clave</a:t>
            </a:r>
          </a:p>
          <a:p>
            <a:pPr marL="342900" indent="-342900">
              <a:buFont typeface="Arial" panose="020B0604020202020204" pitchFamily="34" charset="0"/>
              <a:buChar char="•"/>
            </a:pPr>
            <a:r>
              <a:rPr lang="es-MX" dirty="0" err="1"/>
              <a:t>Seek</a:t>
            </a:r>
            <a:r>
              <a:rPr lang="es-MX" dirty="0"/>
              <a:t> time: tiempo en mover el cabezal</a:t>
            </a:r>
          </a:p>
          <a:p>
            <a:pPr marL="342900" indent="-342900">
              <a:buFont typeface="Arial" panose="020B0604020202020204" pitchFamily="34" charset="0"/>
              <a:buChar char="•"/>
            </a:pPr>
            <a:r>
              <a:rPr lang="es-MX" dirty="0" err="1"/>
              <a:t>Rotational</a:t>
            </a:r>
            <a:r>
              <a:rPr lang="es-MX" dirty="0"/>
              <a:t> </a:t>
            </a:r>
            <a:r>
              <a:rPr lang="es-MX" dirty="0" err="1"/>
              <a:t>Latency</a:t>
            </a:r>
            <a:r>
              <a:rPr lang="es-MX" dirty="0"/>
              <a:t>: esperar a que el sector pase</a:t>
            </a:r>
          </a:p>
        </p:txBody>
      </p:sp>
      <p:pic>
        <p:nvPicPr>
          <p:cNvPr id="4" name="Imagen 3">
            <a:extLst>
              <a:ext uri="{FF2B5EF4-FFF2-40B4-BE49-F238E27FC236}">
                <a16:creationId xmlns:a16="http://schemas.microsoft.com/office/drawing/2014/main" id="{6EEA13CA-0568-4C1E-679B-24C6FAD04D45}"/>
              </a:ext>
            </a:extLst>
          </p:cNvPr>
          <p:cNvPicPr>
            <a:picLocks noChangeAspect="1"/>
          </p:cNvPicPr>
          <p:nvPr/>
        </p:nvPicPr>
        <p:blipFill>
          <a:blip r:embed="rId3"/>
          <a:stretch>
            <a:fillRect/>
          </a:stretch>
        </p:blipFill>
        <p:spPr>
          <a:xfrm>
            <a:off x="704688" y="2095377"/>
            <a:ext cx="3741744" cy="2834886"/>
          </a:xfrm>
          <a:prstGeom prst="rect">
            <a:avLst/>
          </a:prstGeom>
        </p:spPr>
      </p:pic>
    </p:spTree>
    <p:extLst>
      <p:ext uri="{BB962C8B-B14F-4D97-AF65-F5344CB8AC3E}">
        <p14:creationId xmlns:p14="http://schemas.microsoft.com/office/powerpoint/2010/main" val="1739223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3D1A4-ED18-A217-45D8-34A4D194879F}"/>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C169E4D1-7C28-AB48-8C4F-9045BBF7ECF2}"/>
              </a:ext>
            </a:extLst>
          </p:cNvPr>
          <p:cNvPicPr>
            <a:picLocks noChangeAspect="1"/>
          </p:cNvPicPr>
          <p:nvPr/>
        </p:nvPicPr>
        <p:blipFill>
          <a:blip r:embed="rId3"/>
          <a:stretch>
            <a:fillRect/>
          </a:stretch>
        </p:blipFill>
        <p:spPr>
          <a:xfrm>
            <a:off x="2506710" y="674186"/>
            <a:ext cx="6218459" cy="4244708"/>
          </a:xfrm>
          <a:prstGeom prst="rect">
            <a:avLst/>
          </a:prstGeom>
        </p:spPr>
      </p:pic>
    </p:spTree>
    <p:extLst>
      <p:ext uri="{BB962C8B-B14F-4D97-AF65-F5344CB8AC3E}">
        <p14:creationId xmlns:p14="http://schemas.microsoft.com/office/powerpoint/2010/main" val="1331525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81803-1F1D-9627-A4D0-0DF40D6FEB38}"/>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9B538685-BEB0-A982-6E0B-4464E9FCB4DD}"/>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MX" dirty="0"/>
              <a:t>Factores de rendimiento del disco HHD</a:t>
            </a:r>
            <a:endParaRPr lang="es-ES" dirty="0"/>
          </a:p>
        </p:txBody>
      </p:sp>
      <p:sp>
        <p:nvSpPr>
          <p:cNvPr id="3" name="Marcador de contenido 2">
            <a:extLst>
              <a:ext uri="{FF2B5EF4-FFF2-40B4-BE49-F238E27FC236}">
                <a16:creationId xmlns:a16="http://schemas.microsoft.com/office/drawing/2014/main" id="{A904FDE3-1C82-8054-E219-24AF89193F2D}"/>
              </a:ext>
            </a:extLst>
          </p:cNvPr>
          <p:cNvSpPr>
            <a:spLocks noGrp="1"/>
          </p:cNvSpPr>
          <p:nvPr>
            <p:ph idx="10"/>
          </p:nvPr>
        </p:nvSpPr>
        <p:spPr>
          <a:xfrm>
            <a:off x="1028700" y="1949338"/>
            <a:ext cx="10690549" cy="3910285"/>
          </a:xfrm>
        </p:spPr>
        <p:txBody>
          <a:bodyPr rtlCol="0">
            <a:normAutofit/>
          </a:bodyPr>
          <a:lstStyle>
            <a:defPPr>
              <a:defRPr lang="es-ES"/>
            </a:defPPr>
          </a:lstStyle>
          <a:p>
            <a:r>
              <a:rPr lang="es-MX" dirty="0"/>
              <a:t>En general, hay cuatro factores que directamente afectan a la velocidad, con la que los datos se transfieren a y desde el almacenamiento en disco:</a:t>
            </a:r>
          </a:p>
          <a:p>
            <a:endParaRPr lang="es-MX" dirty="0"/>
          </a:p>
          <a:p>
            <a:r>
              <a:rPr lang="es-MX" dirty="0"/>
              <a:t>1. Tiempo de posicionamiento (</a:t>
            </a:r>
            <a:r>
              <a:rPr lang="es-MX" dirty="0" err="1"/>
              <a:t>access</a:t>
            </a:r>
            <a:r>
              <a:rPr lang="es-MX" dirty="0"/>
              <a:t> </a:t>
            </a:r>
            <a:r>
              <a:rPr lang="es-MX" dirty="0" err="1"/>
              <a:t>motion</a:t>
            </a:r>
            <a:r>
              <a:rPr lang="es-MX" dirty="0"/>
              <a:t> time),</a:t>
            </a:r>
          </a:p>
          <a:p>
            <a:r>
              <a:rPr lang="es-MX" dirty="0"/>
              <a:t>2. Tiempo de activación de la cabeza,</a:t>
            </a:r>
          </a:p>
          <a:p>
            <a:r>
              <a:rPr lang="es-MX" dirty="0"/>
              <a:t>3. Retraso de rotación y</a:t>
            </a:r>
          </a:p>
          <a:p>
            <a:r>
              <a:rPr lang="es-MX" dirty="0"/>
              <a:t>4. Razón de transferencia.</a:t>
            </a:r>
          </a:p>
        </p:txBody>
      </p:sp>
    </p:spTree>
    <p:extLst>
      <p:ext uri="{BB962C8B-B14F-4D97-AF65-F5344CB8AC3E}">
        <p14:creationId xmlns:p14="http://schemas.microsoft.com/office/powerpoint/2010/main" val="995478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D8D9B-FF28-B819-2D33-81EE39B5FBC1}"/>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A0854B51-637C-9F29-BCB6-C4B4CA7FEEDE}"/>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MX" dirty="0"/>
              <a:t>Medios físicos de almacenamiento</a:t>
            </a:r>
            <a:endParaRPr lang="es-ES" dirty="0"/>
          </a:p>
        </p:txBody>
      </p:sp>
      <p:sp>
        <p:nvSpPr>
          <p:cNvPr id="3" name="Marcador de contenido 2">
            <a:extLst>
              <a:ext uri="{FF2B5EF4-FFF2-40B4-BE49-F238E27FC236}">
                <a16:creationId xmlns:a16="http://schemas.microsoft.com/office/drawing/2014/main" id="{0E58480A-A693-0D13-6B6B-7E29B6730EE1}"/>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Disco de estado solido (SSD)</a:t>
            </a:r>
          </a:p>
          <a:p>
            <a:r>
              <a:rPr lang="es-MX" dirty="0"/>
              <a:t>¿Cómo funciona?</a:t>
            </a:r>
          </a:p>
          <a:p>
            <a:pPr marL="342900" indent="-342900">
              <a:buFont typeface="Arial" panose="020B0604020202020204" pitchFamily="34" charset="0"/>
              <a:buChar char="•"/>
            </a:pPr>
            <a:r>
              <a:rPr lang="es-MX" dirty="0"/>
              <a:t>Usa memoria flash (NAND)</a:t>
            </a:r>
          </a:p>
          <a:p>
            <a:pPr marL="342900" indent="-342900">
              <a:buFont typeface="Arial" panose="020B0604020202020204" pitchFamily="34" charset="0"/>
              <a:buChar char="•"/>
            </a:pPr>
            <a:r>
              <a:rPr lang="es-MX" dirty="0"/>
              <a:t>No tiene partes móviles</a:t>
            </a:r>
          </a:p>
          <a:p>
            <a:r>
              <a:rPr lang="es-MX" dirty="0"/>
              <a:t>Características </a:t>
            </a:r>
          </a:p>
          <a:p>
            <a:pPr marL="342900" indent="-342900">
              <a:buFont typeface="Arial" panose="020B0604020202020204" pitchFamily="34" charset="0"/>
              <a:buChar char="•"/>
            </a:pPr>
            <a:r>
              <a:rPr lang="es-MX" dirty="0"/>
              <a:t>Acceso muy rápido</a:t>
            </a:r>
          </a:p>
          <a:p>
            <a:pPr marL="342900" indent="-342900">
              <a:buFont typeface="Arial" panose="020B0604020202020204" pitchFamily="34" charset="0"/>
              <a:buChar char="•"/>
            </a:pPr>
            <a:r>
              <a:rPr lang="es-MX" dirty="0"/>
              <a:t>Meno latencia</a:t>
            </a:r>
          </a:p>
          <a:p>
            <a:pPr marL="342900" indent="-342900">
              <a:buFont typeface="Arial" panose="020B0604020202020204" pitchFamily="34" charset="0"/>
              <a:buChar char="•"/>
            </a:pPr>
            <a:r>
              <a:rPr lang="es-MX" dirty="0"/>
              <a:t>Mas costoso por GB</a:t>
            </a:r>
          </a:p>
        </p:txBody>
      </p:sp>
      <p:pic>
        <p:nvPicPr>
          <p:cNvPr id="14338" name="Picture 2" descr="Icono de Ssd Special Lineal color | Freepik">
            <a:extLst>
              <a:ext uri="{FF2B5EF4-FFF2-40B4-BE49-F238E27FC236}">
                <a16:creationId xmlns:a16="http://schemas.microsoft.com/office/drawing/2014/main" id="{77D73074-054C-F6EB-01D6-7B81210ACF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980" y="2118360"/>
            <a:ext cx="3177540" cy="3177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485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0D783-B434-9558-FFD6-973D21E184D4}"/>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1BD49A8-0FC3-AB31-3373-4C0A5A348253}"/>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MX" dirty="0"/>
              <a:t>Medios físicos de almacenamiento</a:t>
            </a:r>
            <a:endParaRPr lang="es-ES" dirty="0"/>
          </a:p>
        </p:txBody>
      </p:sp>
      <p:sp>
        <p:nvSpPr>
          <p:cNvPr id="3" name="Marcador de contenido 2">
            <a:extLst>
              <a:ext uri="{FF2B5EF4-FFF2-40B4-BE49-F238E27FC236}">
                <a16:creationId xmlns:a16="http://schemas.microsoft.com/office/drawing/2014/main" id="{2E0AC185-AE79-F356-F02B-06A58A92A1A6}"/>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Disco de estado solido (SSD)</a:t>
            </a:r>
          </a:p>
          <a:p>
            <a:r>
              <a:rPr lang="es-MX" dirty="0"/>
              <a:t>Ventajas vs HDD</a:t>
            </a:r>
          </a:p>
          <a:p>
            <a:pPr marL="342900" indent="-342900">
              <a:buFont typeface="Arial" panose="020B0604020202020204" pitchFamily="34" charset="0"/>
              <a:buChar char="•"/>
            </a:pPr>
            <a:r>
              <a:rPr lang="es-MX" dirty="0"/>
              <a:t>Lecturas aleatorias mucho más rápidas</a:t>
            </a:r>
          </a:p>
          <a:p>
            <a:pPr marL="342900" indent="-342900">
              <a:buFont typeface="Arial" panose="020B0604020202020204" pitchFamily="34" charset="0"/>
              <a:buChar char="•"/>
            </a:pPr>
            <a:r>
              <a:rPr lang="es-MX" dirty="0"/>
              <a:t>Menor consumo energético</a:t>
            </a:r>
          </a:p>
          <a:p>
            <a:pPr marL="342900" indent="-342900">
              <a:buFont typeface="Arial" panose="020B0604020202020204" pitchFamily="34" charset="0"/>
              <a:buChar char="•"/>
            </a:pPr>
            <a:r>
              <a:rPr lang="es-MX" dirty="0"/>
              <a:t>Mayor durabilidad física</a:t>
            </a:r>
          </a:p>
        </p:txBody>
      </p:sp>
      <p:pic>
        <p:nvPicPr>
          <p:cNvPr id="15362" name="Picture 2" descr="Icono de Ssd Special Lineal color | Freepik">
            <a:extLst>
              <a:ext uri="{FF2B5EF4-FFF2-40B4-BE49-F238E27FC236}">
                <a16:creationId xmlns:a16="http://schemas.microsoft.com/office/drawing/2014/main" id="{3BFE0C1B-B3F4-B0C5-359A-34F493781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520" y="2320675"/>
            <a:ext cx="2914107" cy="2914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903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F431-3541-25EE-F3F1-F5C364C96937}"/>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1C281668-1FC7-4066-C3DE-72C1F205E459}"/>
              </a:ext>
            </a:extLst>
          </p:cNvPr>
          <p:cNvSpPr>
            <a:spLocks noGrp="1"/>
          </p:cNvSpPr>
          <p:nvPr>
            <p:ph type="title"/>
          </p:nvPr>
        </p:nvSpPr>
        <p:spPr>
          <a:xfrm>
            <a:off x="1158864" y="102021"/>
            <a:ext cx="9779183" cy="1744415"/>
          </a:xfrm>
        </p:spPr>
        <p:txBody>
          <a:bodyPr rtlCol="0" anchor="b">
            <a:normAutofit/>
          </a:bodyPr>
          <a:lstStyle>
            <a:defPPr>
              <a:defRPr lang="es-ES"/>
            </a:defPPr>
          </a:lstStyle>
          <a:p>
            <a:pPr rtl="0"/>
            <a:r>
              <a:rPr lang="es-ES" dirty="0"/>
              <a:t>Comparación rápida</a:t>
            </a:r>
          </a:p>
        </p:txBody>
      </p:sp>
      <p:graphicFrame>
        <p:nvGraphicFramePr>
          <p:cNvPr id="3" name="Tabla 2">
            <a:extLst>
              <a:ext uri="{FF2B5EF4-FFF2-40B4-BE49-F238E27FC236}">
                <a16:creationId xmlns:a16="http://schemas.microsoft.com/office/drawing/2014/main" id="{BD775E6A-BE32-C690-E6C9-8701C1CB93E9}"/>
              </a:ext>
            </a:extLst>
          </p:cNvPr>
          <p:cNvGraphicFramePr>
            <a:graphicFrameLocks noGrp="1"/>
          </p:cNvGraphicFramePr>
          <p:nvPr>
            <p:extLst>
              <p:ext uri="{D42A27DB-BD31-4B8C-83A1-F6EECF244321}">
                <p14:modId xmlns:p14="http://schemas.microsoft.com/office/powerpoint/2010/main" val="735552669"/>
              </p:ext>
            </p:extLst>
          </p:nvPr>
        </p:nvGraphicFramePr>
        <p:xfrm>
          <a:off x="1984455" y="2403610"/>
          <a:ext cx="8127999" cy="1854200"/>
        </p:xfrm>
        <a:graphic>
          <a:graphicData uri="http://schemas.openxmlformats.org/drawingml/2006/table">
            <a:tbl>
              <a:tblPr firstRow="1" bandRow="1">
                <a:tableStyleId>{7E9639D4-E3E2-4D34-9284-5A2195B3D0D7}</a:tableStyleId>
              </a:tblPr>
              <a:tblGrid>
                <a:gridCol w="2709333">
                  <a:extLst>
                    <a:ext uri="{9D8B030D-6E8A-4147-A177-3AD203B41FA5}">
                      <a16:colId xmlns:a16="http://schemas.microsoft.com/office/drawing/2014/main" val="2778077899"/>
                    </a:ext>
                  </a:extLst>
                </a:gridCol>
                <a:gridCol w="2709333">
                  <a:extLst>
                    <a:ext uri="{9D8B030D-6E8A-4147-A177-3AD203B41FA5}">
                      <a16:colId xmlns:a16="http://schemas.microsoft.com/office/drawing/2014/main" val="2602738662"/>
                    </a:ext>
                  </a:extLst>
                </a:gridCol>
                <a:gridCol w="2709333">
                  <a:extLst>
                    <a:ext uri="{9D8B030D-6E8A-4147-A177-3AD203B41FA5}">
                      <a16:colId xmlns:a16="http://schemas.microsoft.com/office/drawing/2014/main" val="2847953566"/>
                    </a:ext>
                  </a:extLst>
                </a:gridCol>
              </a:tblGrid>
              <a:tr h="370840">
                <a:tc>
                  <a:txBody>
                    <a:bodyPr/>
                    <a:lstStyle/>
                    <a:p>
                      <a:pPr algn="ctr"/>
                      <a:r>
                        <a:rPr lang="es-CR" dirty="0"/>
                        <a:t>Característica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HDD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SSD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8113431"/>
                  </a:ext>
                </a:extLst>
              </a:tr>
              <a:tr h="370840">
                <a:tc>
                  <a:txBody>
                    <a:bodyPr/>
                    <a:lstStyle/>
                    <a:p>
                      <a:r>
                        <a:rPr lang="es-CR" dirty="0"/>
                        <a:t>Velocidad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Baja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Alta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9028144"/>
                  </a:ext>
                </a:extLst>
              </a:tr>
              <a:tr h="370840">
                <a:tc>
                  <a:txBody>
                    <a:bodyPr/>
                    <a:lstStyle/>
                    <a:p>
                      <a:r>
                        <a:rPr lang="es-CR" dirty="0"/>
                        <a:t>Latencia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Alta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Muy baja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8889174"/>
                  </a:ext>
                </a:extLst>
              </a:tr>
              <a:tr h="370840">
                <a:tc>
                  <a:txBody>
                    <a:bodyPr/>
                    <a:lstStyle/>
                    <a:p>
                      <a:r>
                        <a:rPr lang="es-CR" dirty="0"/>
                        <a:t>Precio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Bajo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Alto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1343545"/>
                  </a:ext>
                </a:extLst>
              </a:tr>
              <a:tr h="370840">
                <a:tc>
                  <a:txBody>
                    <a:bodyPr/>
                    <a:lstStyle/>
                    <a:p>
                      <a:r>
                        <a:rPr lang="es-CR" dirty="0"/>
                        <a:t>Movimiento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Sí</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R" dirty="0"/>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89480"/>
                  </a:ext>
                </a:extLst>
              </a:tr>
            </a:tbl>
          </a:graphicData>
        </a:graphic>
      </p:graphicFrame>
    </p:spTree>
    <p:extLst>
      <p:ext uri="{BB962C8B-B14F-4D97-AF65-F5344CB8AC3E}">
        <p14:creationId xmlns:p14="http://schemas.microsoft.com/office/powerpoint/2010/main" val="534254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B8904-A4D4-20E5-59B2-1CB2DC294DBD}"/>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AE8DB72A-987D-2A10-DB1C-DA648FD31606}"/>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¿Cómo se almacenan los datos?</a:t>
            </a:r>
          </a:p>
        </p:txBody>
      </p:sp>
      <p:sp>
        <p:nvSpPr>
          <p:cNvPr id="3" name="Marcador de contenido 2">
            <a:extLst>
              <a:ext uri="{FF2B5EF4-FFF2-40B4-BE49-F238E27FC236}">
                <a16:creationId xmlns:a16="http://schemas.microsoft.com/office/drawing/2014/main" id="{934F26D8-BB82-1442-CA6A-C7D7E9EC1261}"/>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En bases de datos</a:t>
            </a:r>
          </a:p>
          <a:p>
            <a:pPr marL="342900" indent="-342900">
              <a:buFont typeface="Arial" panose="020B0604020202020204" pitchFamily="34" charset="0"/>
              <a:buChar char="•"/>
            </a:pPr>
            <a:r>
              <a:rPr lang="es-MX" dirty="0"/>
              <a:t>Los datos se almacenan en bloques o páginas (</a:t>
            </a:r>
            <a:r>
              <a:rPr lang="es-MX" dirty="0" err="1"/>
              <a:t>ej</a:t>
            </a:r>
            <a:r>
              <a:rPr lang="es-MX" dirty="0"/>
              <a:t>: 8KB en SQL Server)</a:t>
            </a:r>
          </a:p>
          <a:p>
            <a:pPr marL="342900" indent="-342900">
              <a:buFont typeface="Arial" panose="020B0604020202020204" pitchFamily="34" charset="0"/>
              <a:buChar char="•"/>
            </a:pPr>
            <a:r>
              <a:rPr lang="es-MX" dirty="0"/>
              <a:t>Cada página contiene: </a:t>
            </a:r>
          </a:p>
          <a:p>
            <a:pPr marL="626364" lvl="1" indent="-342900"/>
            <a:r>
              <a:rPr lang="es-MX" dirty="0"/>
              <a:t>Filas de datos</a:t>
            </a:r>
          </a:p>
          <a:p>
            <a:pPr marL="626364" lvl="1" indent="-342900"/>
            <a:r>
              <a:rPr lang="es-MX" dirty="0"/>
              <a:t>Metadatos </a:t>
            </a:r>
          </a:p>
          <a:p>
            <a:pPr marL="342900" indent="-342900">
              <a:buFont typeface="Arial" panose="020B0604020202020204" pitchFamily="34" charset="0"/>
              <a:buChar char="•"/>
            </a:pPr>
            <a:r>
              <a:rPr lang="es-MX" dirty="0"/>
              <a:t>Las páginas se agrupan en </a:t>
            </a:r>
            <a:r>
              <a:rPr lang="es-MX" dirty="0" err="1"/>
              <a:t>extends</a:t>
            </a:r>
            <a:endParaRPr lang="es-MX" dirty="0"/>
          </a:p>
          <a:p>
            <a:pPr marL="342900" indent="-342900">
              <a:buFont typeface="Arial" panose="020B0604020202020204" pitchFamily="34" charset="0"/>
              <a:buChar char="•"/>
            </a:pPr>
            <a:r>
              <a:rPr lang="es-MX" dirty="0"/>
              <a:t>Importante</a:t>
            </a:r>
          </a:p>
          <a:p>
            <a:pPr marL="342900" indent="-342900">
              <a:buFont typeface="Arial" panose="020B0604020202020204" pitchFamily="34" charset="0"/>
              <a:buChar char="•"/>
            </a:pPr>
            <a:r>
              <a:rPr lang="es-MX" dirty="0"/>
              <a:t>El acceso se hace por páginas, no por filas individuales</a:t>
            </a:r>
          </a:p>
        </p:txBody>
      </p:sp>
      <p:pic>
        <p:nvPicPr>
          <p:cNvPr id="16386" name="Picture 2" descr="Base de datos - Iconos gratis de computadora">
            <a:extLst>
              <a:ext uri="{FF2B5EF4-FFF2-40B4-BE49-F238E27FC236}">
                <a16:creationId xmlns:a16="http://schemas.microsoft.com/office/drawing/2014/main" id="{3BF41EBF-CBCD-01B7-CD94-5E48AD936B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7492" y="2187744"/>
            <a:ext cx="2880360" cy="288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0301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FA98-2F1C-58E3-BCCF-1F9E87C30DC9}"/>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D151FCF0-5819-2058-C059-7B2BF13AF423}"/>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C0CC48B0-E2F6-57A2-76D2-47F139F05FDD}"/>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¿Qué es la fragmentación?</a:t>
            </a:r>
          </a:p>
          <a:p>
            <a:r>
              <a:rPr lang="es-MX" dirty="0"/>
              <a:t>La </a:t>
            </a:r>
            <a:r>
              <a:rPr lang="es-MX" b="1" dirty="0"/>
              <a:t>fragmentación</a:t>
            </a:r>
            <a:r>
              <a:rPr lang="es-MX" dirty="0"/>
              <a:t> ocurre cuando un archivo se guarda en </a:t>
            </a:r>
            <a:r>
              <a:rPr lang="es-MX" b="1" dirty="0"/>
              <a:t>partes separadas</a:t>
            </a:r>
            <a:r>
              <a:rPr lang="es-MX" dirty="0"/>
              <a:t> dentro del disco en lugar de estar continuo.</a:t>
            </a:r>
          </a:p>
          <a:p>
            <a:r>
              <a:rPr lang="es-MX" dirty="0"/>
              <a:t>Ejemplo:</a:t>
            </a:r>
          </a:p>
          <a:p>
            <a:r>
              <a:rPr lang="es-MX" dirty="0"/>
              <a:t>Un archivo grande se divide en varios bloques</a:t>
            </a:r>
          </a:p>
          <a:p>
            <a:r>
              <a:rPr lang="es-MX" dirty="0"/>
              <a:t>Estos bloques quedan dispersos en diferentes sectores del disco</a:t>
            </a:r>
          </a:p>
        </p:txBody>
      </p:sp>
      <p:pic>
        <p:nvPicPr>
          <p:cNvPr id="17410" name="Picture 2" descr="Hay que desfragmentar el disco en linux?">
            <a:extLst>
              <a:ext uri="{FF2B5EF4-FFF2-40B4-BE49-F238E27FC236}">
                <a16:creationId xmlns:a16="http://schemas.microsoft.com/office/drawing/2014/main" id="{94034899-476F-3C26-AB7C-2E9D7613EB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22" y="2225912"/>
            <a:ext cx="3617545" cy="3024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2489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F1356-8F4C-627E-41D3-BA7B8EF30CAC}"/>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8AF18095-141E-3E62-148A-C5F089CD06F2}"/>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C7C5AB4D-D61F-AEFA-2584-2A4384974713}"/>
              </a:ext>
            </a:extLst>
          </p:cNvPr>
          <p:cNvSpPr>
            <a:spLocks noGrp="1"/>
          </p:cNvSpPr>
          <p:nvPr>
            <p:ph idx="10"/>
          </p:nvPr>
        </p:nvSpPr>
        <p:spPr>
          <a:xfrm>
            <a:off x="1386840" y="2467498"/>
            <a:ext cx="10423849" cy="3910285"/>
          </a:xfrm>
        </p:spPr>
        <p:txBody>
          <a:bodyPr rtlCol="0">
            <a:normAutofit/>
          </a:bodyPr>
          <a:lstStyle>
            <a:defPPr>
              <a:defRPr lang="es-ES"/>
            </a:defPPr>
          </a:lstStyle>
          <a:p>
            <a:r>
              <a:rPr lang="es-MX" dirty="0"/>
              <a:t>¿Por qué ocurre?</a:t>
            </a:r>
          </a:p>
          <a:p>
            <a:pPr marL="342900" indent="-342900">
              <a:buFont typeface="Arial" panose="020B0604020202020204" pitchFamily="34" charset="0"/>
              <a:buChar char="•"/>
            </a:pPr>
            <a:r>
              <a:rPr lang="es-MX" dirty="0"/>
              <a:t>Eliminación de archivos</a:t>
            </a:r>
          </a:p>
          <a:p>
            <a:pPr marL="342900" indent="-342900">
              <a:buFont typeface="Arial" panose="020B0604020202020204" pitchFamily="34" charset="0"/>
              <a:buChar char="•"/>
            </a:pPr>
            <a:r>
              <a:rPr lang="es-MX" dirty="0"/>
              <a:t>Inserciones constantes</a:t>
            </a:r>
          </a:p>
          <a:p>
            <a:pPr marL="342900" indent="-342900">
              <a:buFont typeface="Arial" panose="020B0604020202020204" pitchFamily="34" charset="0"/>
              <a:buChar char="•"/>
            </a:pPr>
            <a:r>
              <a:rPr lang="es-MX" dirty="0"/>
              <a:t>Actualizaciones de datos</a:t>
            </a:r>
          </a:p>
          <a:p>
            <a:r>
              <a:rPr lang="es-MX" dirty="0"/>
              <a:t>Resultado:</a:t>
            </a:r>
          </a:p>
          <a:p>
            <a:pPr marL="342900" indent="-342900">
              <a:buFont typeface="Arial" panose="020B0604020202020204" pitchFamily="34" charset="0"/>
              <a:buChar char="•"/>
            </a:pPr>
            <a:r>
              <a:rPr lang="es-MX" dirty="0"/>
              <a:t>Espacios libres intermedios</a:t>
            </a:r>
          </a:p>
          <a:p>
            <a:pPr marL="342900" indent="-342900">
              <a:buFont typeface="Arial" panose="020B0604020202020204" pitchFamily="34" charset="0"/>
              <a:buChar char="•"/>
            </a:pPr>
            <a:r>
              <a:rPr lang="es-MX" dirty="0"/>
              <a:t>Nuevos datos se acomodan donde haya espacio disponible</a:t>
            </a:r>
          </a:p>
        </p:txBody>
      </p:sp>
    </p:spTree>
    <p:extLst>
      <p:ext uri="{BB962C8B-B14F-4D97-AF65-F5344CB8AC3E}">
        <p14:creationId xmlns:p14="http://schemas.microsoft.com/office/powerpoint/2010/main" val="4194726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E78C-1B1F-27E4-46D6-7D02AF647637}"/>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6DE49159-3DE5-8454-AB7E-6F046EC37BD6}"/>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F19E5A35-53F0-0261-E5BE-6574D6150D43}"/>
              </a:ext>
            </a:extLst>
          </p:cNvPr>
          <p:cNvSpPr>
            <a:spLocks noGrp="1"/>
          </p:cNvSpPr>
          <p:nvPr>
            <p:ph idx="10"/>
          </p:nvPr>
        </p:nvSpPr>
        <p:spPr>
          <a:xfrm>
            <a:off x="1167492" y="2337958"/>
            <a:ext cx="10551757" cy="3910285"/>
          </a:xfrm>
        </p:spPr>
        <p:txBody>
          <a:bodyPr rtlCol="0">
            <a:normAutofit/>
          </a:bodyPr>
          <a:lstStyle>
            <a:defPPr>
              <a:defRPr lang="es-ES"/>
            </a:defPPr>
          </a:lstStyle>
          <a:p>
            <a:r>
              <a:rPr lang="es-MX" dirty="0"/>
              <a:t>Fragmentación en HDD</a:t>
            </a:r>
          </a:p>
          <a:p>
            <a:pPr marL="342900" indent="-342900">
              <a:buFont typeface="Arial" panose="020B0604020202020204" pitchFamily="34" charset="0"/>
              <a:buChar char="•"/>
            </a:pPr>
            <a:r>
              <a:rPr lang="es-MX" dirty="0"/>
              <a:t>En discos mecánicos:</a:t>
            </a:r>
          </a:p>
          <a:p>
            <a:r>
              <a:rPr lang="es-MX" dirty="0"/>
              <a:t>Problema:</a:t>
            </a:r>
          </a:p>
          <a:p>
            <a:pPr marL="342900" indent="-342900">
              <a:buFont typeface="Arial" panose="020B0604020202020204" pitchFamily="34" charset="0"/>
              <a:buChar char="•"/>
            </a:pPr>
            <a:r>
              <a:rPr lang="es-MX" dirty="0"/>
              <a:t>El cabezal tiene que moverse a múltiples ubicaciones</a:t>
            </a:r>
          </a:p>
          <a:p>
            <a:pPr marL="342900" indent="-342900">
              <a:buFont typeface="Arial" panose="020B0604020202020204" pitchFamily="34" charset="0"/>
              <a:buChar char="•"/>
            </a:pPr>
            <a:r>
              <a:rPr lang="es-MX" dirty="0"/>
              <a:t>Aumenta el </a:t>
            </a:r>
            <a:r>
              <a:rPr lang="es-MX" b="1" dirty="0" err="1"/>
              <a:t>seek</a:t>
            </a:r>
            <a:r>
              <a:rPr lang="es-MX" b="1" dirty="0"/>
              <a:t> time</a:t>
            </a:r>
            <a:endParaRPr lang="es-MX" dirty="0"/>
          </a:p>
          <a:p>
            <a:r>
              <a:rPr lang="es-MX" dirty="0"/>
              <a:t>Impacto:</a:t>
            </a:r>
          </a:p>
          <a:p>
            <a:pPr marL="342900" indent="-342900">
              <a:buFont typeface="Arial" panose="020B0604020202020204" pitchFamily="34" charset="0"/>
              <a:buChar char="•"/>
            </a:pPr>
            <a:r>
              <a:rPr lang="es-MX" dirty="0"/>
              <a:t>Lecturas más lentas</a:t>
            </a:r>
          </a:p>
          <a:p>
            <a:pPr marL="342900" indent="-342900">
              <a:buFont typeface="Arial" panose="020B0604020202020204" pitchFamily="34" charset="0"/>
              <a:buChar char="•"/>
            </a:pPr>
            <a:r>
              <a:rPr lang="es-MX" dirty="0"/>
              <a:t>Escrituras menos eficientes</a:t>
            </a:r>
          </a:p>
        </p:txBody>
      </p:sp>
    </p:spTree>
    <p:extLst>
      <p:ext uri="{BB962C8B-B14F-4D97-AF65-F5344CB8AC3E}">
        <p14:creationId xmlns:p14="http://schemas.microsoft.com/office/powerpoint/2010/main" val="1884881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F88A7-A028-6623-8B46-375D2986132C}"/>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FF82564B-4F8E-1B28-0CC6-5AB3F0345FDC}"/>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13AF4440-DAEA-8415-53C8-33438D403562}"/>
              </a:ext>
            </a:extLst>
          </p:cNvPr>
          <p:cNvSpPr>
            <a:spLocks noGrp="1"/>
          </p:cNvSpPr>
          <p:nvPr>
            <p:ph idx="10"/>
          </p:nvPr>
        </p:nvSpPr>
        <p:spPr>
          <a:xfrm>
            <a:off x="4506687" y="1949338"/>
            <a:ext cx="7212562" cy="3910285"/>
          </a:xfrm>
        </p:spPr>
        <p:txBody>
          <a:bodyPr rtlCol="0">
            <a:normAutofit/>
          </a:bodyPr>
          <a:lstStyle>
            <a:defPPr>
              <a:defRPr lang="es-ES"/>
            </a:defPPr>
          </a:lstStyle>
          <a:p>
            <a:r>
              <a:rPr lang="es-MX" dirty="0"/>
              <a:t>¿Qué hace la desfragmentación?</a:t>
            </a:r>
          </a:p>
          <a:p>
            <a:r>
              <a:rPr lang="es-MX" dirty="0"/>
              <a:t>La </a:t>
            </a:r>
            <a:r>
              <a:rPr lang="es-MX" b="1" dirty="0"/>
              <a:t>desfragmentación</a:t>
            </a:r>
            <a:r>
              <a:rPr lang="es-MX" dirty="0"/>
              <a:t> reorganiza los datos para que:</a:t>
            </a:r>
          </a:p>
          <a:p>
            <a:pPr marL="342900" indent="-342900">
              <a:buFont typeface="Arial" panose="020B0604020202020204" pitchFamily="34" charset="0"/>
              <a:buChar char="•"/>
            </a:pPr>
            <a:r>
              <a:rPr lang="es-MX" dirty="0"/>
              <a:t>Los archivos estén en bloques contiguos</a:t>
            </a:r>
          </a:p>
          <a:p>
            <a:pPr marL="342900" indent="-342900">
              <a:buFont typeface="Arial" panose="020B0604020202020204" pitchFamily="34" charset="0"/>
              <a:buChar char="•"/>
            </a:pPr>
            <a:r>
              <a:rPr lang="es-MX" dirty="0"/>
              <a:t>Se reduzcan los movimientos del cabezal</a:t>
            </a:r>
          </a:p>
          <a:p>
            <a:pPr marL="342900" indent="-342900">
              <a:buFont typeface="Arial" panose="020B0604020202020204" pitchFamily="34" charset="0"/>
              <a:buChar char="•"/>
            </a:pPr>
            <a:r>
              <a:rPr lang="es-MX" dirty="0"/>
              <a:t>Se optimice el acceso a datos</a:t>
            </a:r>
          </a:p>
          <a:p>
            <a:r>
              <a:rPr lang="es-MX" dirty="0"/>
              <a:t>Beneficios</a:t>
            </a:r>
          </a:p>
          <a:p>
            <a:pPr marL="342900" indent="-342900">
              <a:buFont typeface="Arial" panose="020B0604020202020204" pitchFamily="34" charset="0"/>
              <a:buChar char="•"/>
            </a:pPr>
            <a:r>
              <a:rPr lang="es-MX" dirty="0"/>
              <a:t>Mejora la velocidad de lectura</a:t>
            </a:r>
          </a:p>
          <a:p>
            <a:pPr marL="342900" indent="-342900">
              <a:buFont typeface="Arial" panose="020B0604020202020204" pitchFamily="34" charset="0"/>
              <a:buChar char="•"/>
            </a:pPr>
            <a:r>
              <a:rPr lang="es-MX" dirty="0"/>
              <a:t>Reduce el tiempo de acceso</a:t>
            </a:r>
          </a:p>
          <a:p>
            <a:pPr marL="342900" indent="-342900">
              <a:buFont typeface="Arial" panose="020B0604020202020204" pitchFamily="34" charset="0"/>
              <a:buChar char="•"/>
            </a:pPr>
            <a:r>
              <a:rPr lang="es-MX" dirty="0"/>
              <a:t>Optimiza el rendimiento general del sistema</a:t>
            </a:r>
          </a:p>
          <a:p>
            <a:endParaRPr lang="es-MX" dirty="0"/>
          </a:p>
        </p:txBody>
      </p:sp>
      <p:pic>
        <p:nvPicPr>
          <p:cNvPr id="2052" name="Picture 4" descr="Hay que desfragmentar el disco en linux?">
            <a:extLst>
              <a:ext uri="{FF2B5EF4-FFF2-40B4-BE49-F238E27FC236}">
                <a16:creationId xmlns:a16="http://schemas.microsoft.com/office/drawing/2014/main" id="{08FD7FF3-8D3D-0BE0-CC0A-D3C34D01D2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895" y="2646998"/>
            <a:ext cx="2381250"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4586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783F7-CB82-E94E-1677-F80291873233}"/>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B4A2278C-6801-1A3E-2685-430A30EF6E63}"/>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A1A1C48B-74CC-1F33-E9C4-D9D73C966CAA}"/>
              </a:ext>
            </a:extLst>
          </p:cNvPr>
          <p:cNvSpPr>
            <a:spLocks noGrp="1"/>
          </p:cNvSpPr>
          <p:nvPr>
            <p:ph idx="10"/>
          </p:nvPr>
        </p:nvSpPr>
        <p:spPr>
          <a:xfrm>
            <a:off x="3148693" y="2384482"/>
            <a:ext cx="5141868" cy="2683622"/>
          </a:xfrm>
        </p:spPr>
        <p:txBody>
          <a:bodyPr rtlCol="0">
            <a:normAutofit/>
          </a:bodyPr>
          <a:lstStyle>
            <a:defPPr>
              <a:defRPr lang="es-ES"/>
            </a:defPPr>
          </a:lstStyle>
          <a:p>
            <a:r>
              <a:rPr lang="es-MX" b="1" dirty="0"/>
              <a:t>Antes vs Después</a:t>
            </a:r>
          </a:p>
          <a:p>
            <a:r>
              <a:rPr lang="es-MX" dirty="0"/>
              <a:t>Antes (fragmentado):</a:t>
            </a:r>
          </a:p>
          <a:p>
            <a:r>
              <a:rPr lang="es-MX" dirty="0"/>
              <a:t>[Parte1]     [Parte3]   [Parte2]      [Parte4]</a:t>
            </a:r>
          </a:p>
          <a:p>
            <a:r>
              <a:rPr lang="es-MX" dirty="0"/>
              <a:t>Después (desfragmentado):</a:t>
            </a:r>
          </a:p>
          <a:p>
            <a:r>
              <a:rPr lang="es-MX" dirty="0"/>
              <a:t>[Parte1][Parte2][Parte3][Parte4]</a:t>
            </a:r>
          </a:p>
          <a:p>
            <a:endParaRPr lang="es-MX" dirty="0"/>
          </a:p>
        </p:txBody>
      </p:sp>
    </p:spTree>
    <p:extLst>
      <p:ext uri="{BB962C8B-B14F-4D97-AF65-F5344CB8AC3E}">
        <p14:creationId xmlns:p14="http://schemas.microsoft.com/office/powerpoint/2010/main" val="1074066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B4A58-95B0-8F78-C86B-D2AF67B98BD2}"/>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A780F1A8-2EFA-D1ED-6ABB-A1FBC6CBD9F1}"/>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5F9C2155-A833-123C-82D7-C35D0530781B}"/>
              </a:ext>
            </a:extLst>
          </p:cNvPr>
          <p:cNvSpPr>
            <a:spLocks noGrp="1"/>
          </p:cNvSpPr>
          <p:nvPr>
            <p:ph idx="10"/>
          </p:nvPr>
        </p:nvSpPr>
        <p:spPr>
          <a:xfrm>
            <a:off x="2807427" y="1934098"/>
            <a:ext cx="5986053" cy="3910285"/>
          </a:xfrm>
        </p:spPr>
        <p:txBody>
          <a:bodyPr rtlCol="0">
            <a:normAutofit/>
          </a:bodyPr>
          <a:lstStyle>
            <a:defPPr>
              <a:defRPr lang="es-ES"/>
            </a:defPPr>
          </a:lstStyle>
          <a:p>
            <a:r>
              <a:rPr lang="es-CR" dirty="0"/>
              <a:t>Importante: SSD NO se desfragmenta</a:t>
            </a:r>
          </a:p>
          <a:p>
            <a:r>
              <a:rPr lang="es-MX" dirty="0"/>
              <a:t>En discos SSD</a:t>
            </a:r>
          </a:p>
          <a:p>
            <a:pPr marL="342900" indent="-342900">
              <a:buFont typeface="Arial" panose="020B0604020202020204" pitchFamily="34" charset="0"/>
              <a:buChar char="•"/>
            </a:pPr>
            <a:r>
              <a:rPr lang="es-MX" dirty="0"/>
              <a:t>No hay cabezal mecánico</a:t>
            </a:r>
          </a:p>
          <a:p>
            <a:pPr marL="342900" indent="-342900">
              <a:buFont typeface="Arial" panose="020B0604020202020204" pitchFamily="34" charset="0"/>
              <a:buChar char="•"/>
            </a:pPr>
            <a:r>
              <a:rPr lang="es-MX" dirty="0"/>
              <a:t>No hay movimiento físico</a:t>
            </a:r>
          </a:p>
          <a:p>
            <a:r>
              <a:rPr lang="es-MX" dirty="0"/>
              <a:t>Problema</a:t>
            </a:r>
          </a:p>
          <a:p>
            <a:pPr marL="342900" indent="-342900">
              <a:buFont typeface="Arial" panose="020B0604020202020204" pitchFamily="34" charset="0"/>
              <a:buChar char="•"/>
            </a:pPr>
            <a:r>
              <a:rPr lang="es-MX" dirty="0"/>
              <a:t>Desfragmentar puede reducir la vida útil</a:t>
            </a:r>
          </a:p>
          <a:p>
            <a:r>
              <a:rPr lang="es-MX" dirty="0"/>
              <a:t>En su lugar se usa</a:t>
            </a:r>
          </a:p>
          <a:p>
            <a:pPr marL="342900" indent="-342900">
              <a:buFont typeface="Arial" panose="020B0604020202020204" pitchFamily="34" charset="0"/>
              <a:buChar char="•"/>
            </a:pPr>
            <a:r>
              <a:rPr lang="es-MX" dirty="0"/>
              <a:t>TRIM (optimización automática)</a:t>
            </a:r>
          </a:p>
        </p:txBody>
      </p:sp>
    </p:spTree>
    <p:extLst>
      <p:ext uri="{BB962C8B-B14F-4D97-AF65-F5344CB8AC3E}">
        <p14:creationId xmlns:p14="http://schemas.microsoft.com/office/powerpoint/2010/main" val="231700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4044-8B64-B96F-BF8D-B59B748490F6}"/>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3803D73D-A620-9BC3-7467-3E819DE6DA52}"/>
              </a:ext>
            </a:extLst>
          </p:cNvPr>
          <p:cNvSpPr>
            <a:spLocks noGrp="1"/>
          </p:cNvSpPr>
          <p:nvPr>
            <p:ph type="title"/>
          </p:nvPr>
        </p:nvSpPr>
        <p:spPr>
          <a:xfrm>
            <a:off x="1167492" y="136526"/>
            <a:ext cx="9601200" cy="1653371"/>
          </a:xfrm>
        </p:spPr>
        <p:txBody>
          <a:bodyPr rtlCol="0" anchor="b">
            <a:normAutofit/>
          </a:bodyPr>
          <a:lstStyle>
            <a:defPPr>
              <a:defRPr lang="es-ES"/>
            </a:defPPr>
          </a:lstStyle>
          <a:p>
            <a:r>
              <a:rPr lang="es-ES" dirty="0"/>
              <a:t>Desfragmentación de disco</a:t>
            </a:r>
          </a:p>
        </p:txBody>
      </p:sp>
      <p:sp>
        <p:nvSpPr>
          <p:cNvPr id="3" name="Marcador de contenido 2">
            <a:extLst>
              <a:ext uri="{FF2B5EF4-FFF2-40B4-BE49-F238E27FC236}">
                <a16:creationId xmlns:a16="http://schemas.microsoft.com/office/drawing/2014/main" id="{1E8AD22B-F552-F024-8CC1-1F5EC7C1EDED}"/>
              </a:ext>
            </a:extLst>
          </p:cNvPr>
          <p:cNvSpPr>
            <a:spLocks noGrp="1"/>
          </p:cNvSpPr>
          <p:nvPr>
            <p:ph idx="10"/>
          </p:nvPr>
        </p:nvSpPr>
        <p:spPr>
          <a:xfrm>
            <a:off x="1409700" y="1972198"/>
            <a:ext cx="10362889" cy="3910285"/>
          </a:xfrm>
        </p:spPr>
        <p:txBody>
          <a:bodyPr rtlCol="0">
            <a:normAutofit fontScale="92500" lnSpcReduction="20000"/>
          </a:bodyPr>
          <a:lstStyle>
            <a:defPPr>
              <a:defRPr lang="es-ES"/>
            </a:defPPr>
          </a:lstStyle>
          <a:p>
            <a:pPr algn="just"/>
            <a:r>
              <a:rPr lang="es-CR" dirty="0"/>
              <a:t>Relación con bases de datos</a:t>
            </a:r>
          </a:p>
          <a:p>
            <a:pPr algn="just"/>
            <a:r>
              <a:rPr lang="es-MX" dirty="0"/>
              <a:t>Aunque el sistema operativo maneja la desfragmentación, en bases de datos también existe fragmentación interna:</a:t>
            </a:r>
          </a:p>
          <a:p>
            <a:pPr marL="342900" indent="-342900" algn="just">
              <a:buFont typeface="Arial" panose="020B0604020202020204" pitchFamily="34" charset="0"/>
              <a:buChar char="•"/>
            </a:pPr>
            <a:r>
              <a:rPr lang="es-MX" dirty="0"/>
              <a:t>Índices fragmentados</a:t>
            </a:r>
          </a:p>
          <a:p>
            <a:pPr marL="342900" indent="-342900" algn="just">
              <a:buFont typeface="Arial" panose="020B0604020202020204" pitchFamily="34" charset="0"/>
              <a:buChar char="•"/>
            </a:pPr>
            <a:r>
              <a:rPr lang="es-MX" dirty="0"/>
              <a:t>Páginas desordenadas</a:t>
            </a:r>
          </a:p>
          <a:p>
            <a:pPr algn="just"/>
            <a:r>
              <a:rPr lang="es-MX" b="1" dirty="0"/>
              <a:t>Ejemplo en SQL Server</a:t>
            </a:r>
          </a:p>
          <a:p>
            <a:pPr algn="just"/>
            <a:r>
              <a:rPr lang="es-MX" dirty="0"/>
              <a:t>Se pueden usar comandos como:</a:t>
            </a:r>
          </a:p>
          <a:p>
            <a:pPr marL="342900" indent="-342900" algn="just">
              <a:buFont typeface="Arial" panose="020B0604020202020204" pitchFamily="34" charset="0"/>
              <a:buChar char="•"/>
            </a:pPr>
            <a:r>
              <a:rPr lang="es-MX" dirty="0"/>
              <a:t>REORGANIZE → reorganiza páginas parcialmente</a:t>
            </a:r>
          </a:p>
          <a:p>
            <a:pPr marL="342900" indent="-342900" algn="just">
              <a:buFont typeface="Arial" panose="020B0604020202020204" pitchFamily="34" charset="0"/>
              <a:buChar char="•"/>
            </a:pPr>
            <a:r>
              <a:rPr lang="es-MX" dirty="0"/>
              <a:t>REBUILD → reconstruye el índice completamente</a:t>
            </a:r>
          </a:p>
          <a:p>
            <a:pPr algn="just"/>
            <a:r>
              <a:rPr lang="es-MX" dirty="0"/>
              <a:t>Beneficio:</a:t>
            </a:r>
          </a:p>
          <a:p>
            <a:pPr algn="just"/>
            <a:r>
              <a:rPr lang="es-MX" dirty="0"/>
              <a:t>Mejora rendimiento de consultas</a:t>
            </a:r>
          </a:p>
          <a:p>
            <a:pPr algn="just"/>
            <a:r>
              <a:rPr lang="es-MX" dirty="0"/>
              <a:t>Reduce lecturas innecesarias</a:t>
            </a:r>
          </a:p>
          <a:p>
            <a:pPr marL="342900" indent="-342900">
              <a:buFont typeface="Arial" panose="020B0604020202020204" pitchFamily="34" charset="0"/>
              <a:buChar char="•"/>
            </a:pPr>
            <a:endParaRPr lang="es-MX" dirty="0"/>
          </a:p>
        </p:txBody>
      </p:sp>
    </p:spTree>
    <p:extLst>
      <p:ext uri="{BB962C8B-B14F-4D97-AF65-F5344CB8AC3E}">
        <p14:creationId xmlns:p14="http://schemas.microsoft.com/office/powerpoint/2010/main" val="3318821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CEE3F-1894-E4A7-9DF1-52493BE5CC06}"/>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46C489AC-7F56-8132-865C-38EECC630338}"/>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Otras arquitecturas de almacenamiento de datos</a:t>
            </a:r>
          </a:p>
        </p:txBody>
      </p:sp>
      <p:sp>
        <p:nvSpPr>
          <p:cNvPr id="3" name="Marcador de contenido 2">
            <a:extLst>
              <a:ext uri="{FF2B5EF4-FFF2-40B4-BE49-F238E27FC236}">
                <a16:creationId xmlns:a16="http://schemas.microsoft.com/office/drawing/2014/main" id="{1A539480-7B0E-CE94-E574-358F325A912A}"/>
              </a:ext>
            </a:extLst>
          </p:cNvPr>
          <p:cNvSpPr>
            <a:spLocks noGrp="1"/>
          </p:cNvSpPr>
          <p:nvPr>
            <p:ph idx="1"/>
          </p:nvPr>
        </p:nvSpPr>
        <p:spPr>
          <a:xfrm>
            <a:off x="5135249" y="2239193"/>
            <a:ext cx="4397371" cy="2379614"/>
          </a:xfrm>
        </p:spPr>
        <p:txBody>
          <a:bodyPr rtlCol="0">
            <a:normAutofit/>
          </a:bodyPr>
          <a:lstStyle>
            <a:defPPr>
              <a:defRPr lang="es-ES"/>
            </a:defPPr>
          </a:lstStyle>
          <a:p>
            <a:pPr algn="just"/>
            <a:r>
              <a:rPr lang="es-MX" sz="2400" dirty="0"/>
              <a:t>Almacenamiento local</a:t>
            </a:r>
          </a:p>
          <a:p>
            <a:pPr marL="342900" indent="-342900" algn="just">
              <a:buFont typeface="Arial" panose="020B0604020202020204" pitchFamily="34" charset="0"/>
              <a:buChar char="•"/>
            </a:pPr>
            <a:r>
              <a:rPr lang="es-MX" sz="2400" dirty="0"/>
              <a:t>Disco dentro del servidor</a:t>
            </a:r>
          </a:p>
          <a:p>
            <a:pPr marL="342900" indent="-342900" algn="just">
              <a:buFont typeface="Arial" panose="020B0604020202020204" pitchFamily="34" charset="0"/>
              <a:buChar char="•"/>
            </a:pPr>
            <a:r>
              <a:rPr lang="es-MX" sz="2400" dirty="0"/>
              <a:t>Bajo costo</a:t>
            </a:r>
          </a:p>
          <a:p>
            <a:pPr marL="342900" indent="-342900" algn="just">
              <a:buFont typeface="Arial" panose="020B0604020202020204" pitchFamily="34" charset="0"/>
              <a:buChar char="•"/>
            </a:pPr>
            <a:r>
              <a:rPr lang="es-MX" sz="2400" dirty="0"/>
              <a:t>Alto control</a:t>
            </a:r>
            <a:endParaRPr lang="es-ES" sz="2400" dirty="0"/>
          </a:p>
        </p:txBody>
      </p:sp>
      <p:pic>
        <p:nvPicPr>
          <p:cNvPr id="18436" name="Picture 4" descr="Servidor - Iconos gratis de computadora">
            <a:extLst>
              <a:ext uri="{FF2B5EF4-FFF2-40B4-BE49-F238E27FC236}">
                <a16:creationId xmlns:a16="http://schemas.microsoft.com/office/drawing/2014/main" id="{11EA5E55-4D03-D8E3-63CC-8D7E693E89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3540" y="2026920"/>
            <a:ext cx="3147060" cy="3147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0611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3E28C-A51E-DDFC-FDAF-37FE20130D71}"/>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9AC1312-A474-534A-5B64-F0D2C4AE85F7}"/>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Otras arquitecturas de almacenamiento de datos</a:t>
            </a:r>
          </a:p>
        </p:txBody>
      </p:sp>
      <p:sp>
        <p:nvSpPr>
          <p:cNvPr id="3" name="Marcador de contenido 2">
            <a:extLst>
              <a:ext uri="{FF2B5EF4-FFF2-40B4-BE49-F238E27FC236}">
                <a16:creationId xmlns:a16="http://schemas.microsoft.com/office/drawing/2014/main" id="{C7692774-52B6-0980-B5BD-56914F893495}"/>
              </a:ext>
            </a:extLst>
          </p:cNvPr>
          <p:cNvSpPr>
            <a:spLocks noGrp="1"/>
          </p:cNvSpPr>
          <p:nvPr>
            <p:ph idx="1"/>
          </p:nvPr>
        </p:nvSpPr>
        <p:spPr>
          <a:xfrm>
            <a:off x="4937760" y="2623305"/>
            <a:ext cx="6385560" cy="2379614"/>
          </a:xfrm>
        </p:spPr>
        <p:txBody>
          <a:bodyPr rtlCol="0">
            <a:normAutofit/>
          </a:bodyPr>
          <a:lstStyle>
            <a:defPPr>
              <a:defRPr lang="es-ES"/>
            </a:defPPr>
          </a:lstStyle>
          <a:p>
            <a:pPr algn="just"/>
            <a:r>
              <a:rPr lang="es-MX" sz="2400" dirty="0"/>
              <a:t>Almacenamiento en red (NAS)</a:t>
            </a:r>
          </a:p>
          <a:p>
            <a:pPr marL="342900" indent="-342900" algn="just">
              <a:buFont typeface="Arial" panose="020B0604020202020204" pitchFamily="34" charset="0"/>
              <a:buChar char="•"/>
            </a:pPr>
            <a:r>
              <a:rPr lang="es-MX" sz="2400" dirty="0"/>
              <a:t>Network </a:t>
            </a:r>
            <a:r>
              <a:rPr lang="es-MX" sz="2400" dirty="0" err="1"/>
              <a:t>Attached</a:t>
            </a:r>
            <a:r>
              <a:rPr lang="es-MX" sz="2400" dirty="0"/>
              <a:t> Storage</a:t>
            </a:r>
          </a:p>
          <a:p>
            <a:pPr marL="342900" indent="-342900" algn="just">
              <a:buFont typeface="Arial" panose="020B0604020202020204" pitchFamily="34" charset="0"/>
              <a:buChar char="•"/>
            </a:pPr>
            <a:r>
              <a:rPr lang="es-MX" sz="2400" dirty="0"/>
              <a:t>Acceso vía red</a:t>
            </a:r>
          </a:p>
          <a:p>
            <a:pPr marL="342900" indent="-342900" algn="just">
              <a:buFont typeface="Arial" panose="020B0604020202020204" pitchFamily="34" charset="0"/>
              <a:buChar char="•"/>
            </a:pPr>
            <a:r>
              <a:rPr lang="es-MX" sz="2400" dirty="0"/>
              <a:t>Compartido entre múltiples servidores</a:t>
            </a:r>
            <a:endParaRPr lang="es-ES" sz="2400" dirty="0"/>
          </a:p>
        </p:txBody>
      </p:sp>
      <p:pic>
        <p:nvPicPr>
          <p:cNvPr id="19458" name="Picture 2" descr="Almacenamiento NAS en el Hogar Digital • CASADOMO">
            <a:extLst>
              <a:ext uri="{FF2B5EF4-FFF2-40B4-BE49-F238E27FC236}">
                <a16:creationId xmlns:a16="http://schemas.microsoft.com/office/drawing/2014/main" id="{213081CC-4E1D-2C29-8DF2-9DD06CD80D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623" y="2421255"/>
            <a:ext cx="3176366" cy="2779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585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88D30-B167-5183-D482-5B17E658079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A9941D5C-C8FB-7D66-9EAF-CC0303BB505F}"/>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Otras arquitecturas de almacenamiento de datos</a:t>
            </a:r>
          </a:p>
        </p:txBody>
      </p:sp>
      <p:sp>
        <p:nvSpPr>
          <p:cNvPr id="3" name="Marcador de contenido 2">
            <a:extLst>
              <a:ext uri="{FF2B5EF4-FFF2-40B4-BE49-F238E27FC236}">
                <a16:creationId xmlns:a16="http://schemas.microsoft.com/office/drawing/2014/main" id="{9A925A89-55BE-5CC4-E80A-D96E246ED0F0}"/>
              </a:ext>
            </a:extLst>
          </p:cNvPr>
          <p:cNvSpPr>
            <a:spLocks noGrp="1"/>
          </p:cNvSpPr>
          <p:nvPr>
            <p:ph idx="1"/>
          </p:nvPr>
        </p:nvSpPr>
        <p:spPr>
          <a:xfrm>
            <a:off x="4983481" y="2630925"/>
            <a:ext cx="5839010" cy="2379614"/>
          </a:xfrm>
        </p:spPr>
        <p:txBody>
          <a:bodyPr rtlCol="0">
            <a:normAutofit/>
          </a:bodyPr>
          <a:lstStyle>
            <a:defPPr>
              <a:defRPr lang="es-ES"/>
            </a:defPPr>
          </a:lstStyle>
          <a:p>
            <a:pPr algn="just"/>
            <a:r>
              <a:rPr lang="es-MX" sz="2400" dirty="0"/>
              <a:t>Storage </a:t>
            </a:r>
            <a:r>
              <a:rPr lang="es-MX" sz="2400" dirty="0" err="1"/>
              <a:t>Area</a:t>
            </a:r>
            <a:r>
              <a:rPr lang="es-MX" sz="2400" dirty="0"/>
              <a:t> Network (SAN)</a:t>
            </a:r>
          </a:p>
          <a:p>
            <a:pPr marL="342900" indent="-342900" algn="just">
              <a:buFont typeface="Arial" panose="020B0604020202020204" pitchFamily="34" charset="0"/>
              <a:buChar char="•"/>
            </a:pPr>
            <a:r>
              <a:rPr lang="es-MX" sz="2400" dirty="0"/>
              <a:t>Red dedicada para almacenamiento</a:t>
            </a:r>
          </a:p>
          <a:p>
            <a:pPr marL="342900" indent="-342900" algn="just">
              <a:buFont typeface="Arial" panose="020B0604020202020204" pitchFamily="34" charset="0"/>
              <a:buChar char="•"/>
            </a:pPr>
            <a:r>
              <a:rPr lang="es-MX" sz="2400" dirty="0"/>
              <a:t>Alto rendimiento</a:t>
            </a:r>
          </a:p>
          <a:p>
            <a:pPr marL="342900" indent="-342900" algn="just">
              <a:buFont typeface="Arial" panose="020B0604020202020204" pitchFamily="34" charset="0"/>
              <a:buChar char="•"/>
            </a:pPr>
            <a:r>
              <a:rPr lang="es-MX" sz="2400" dirty="0"/>
              <a:t>Usado en entornos empresariales</a:t>
            </a:r>
            <a:endParaRPr lang="es-ES" sz="2400" dirty="0"/>
          </a:p>
        </p:txBody>
      </p:sp>
      <p:pic>
        <p:nvPicPr>
          <p:cNvPr id="20482" name="Picture 2" descr="What is a Storage Area Network? How to setup SAN">
            <a:extLst>
              <a:ext uri="{FF2B5EF4-FFF2-40B4-BE49-F238E27FC236}">
                <a16:creationId xmlns:a16="http://schemas.microsoft.com/office/drawing/2014/main" id="{2D5D96D1-AC48-A495-6651-9782FFBD9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2393" y="2367351"/>
            <a:ext cx="3357682" cy="2643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330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BC72-0085-F112-B0DA-5DAE0133CAF6}"/>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15F11755-DCC9-A295-9864-78665FF1FFF9}"/>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Otras arquitecturas de almacenamiento de datos</a:t>
            </a:r>
          </a:p>
        </p:txBody>
      </p:sp>
      <p:sp>
        <p:nvSpPr>
          <p:cNvPr id="3" name="Marcador de contenido 2">
            <a:extLst>
              <a:ext uri="{FF2B5EF4-FFF2-40B4-BE49-F238E27FC236}">
                <a16:creationId xmlns:a16="http://schemas.microsoft.com/office/drawing/2014/main" id="{D1D1845E-A928-F3BB-4F92-C942FAD5DCEB}"/>
              </a:ext>
            </a:extLst>
          </p:cNvPr>
          <p:cNvSpPr>
            <a:spLocks noGrp="1"/>
          </p:cNvSpPr>
          <p:nvPr>
            <p:ph idx="1"/>
          </p:nvPr>
        </p:nvSpPr>
        <p:spPr>
          <a:xfrm>
            <a:off x="4884419" y="2169197"/>
            <a:ext cx="5938071" cy="3308149"/>
          </a:xfrm>
        </p:spPr>
        <p:txBody>
          <a:bodyPr rtlCol="0">
            <a:normAutofit/>
          </a:bodyPr>
          <a:lstStyle>
            <a:defPPr>
              <a:defRPr lang="es-ES"/>
            </a:defPPr>
          </a:lstStyle>
          <a:p>
            <a:pPr marL="342900" indent="-342900" algn="just">
              <a:buFont typeface="Arial" panose="020B0604020202020204" pitchFamily="34" charset="0"/>
              <a:buChar char="•"/>
            </a:pPr>
            <a:r>
              <a:rPr lang="es-MX" sz="2400" dirty="0"/>
              <a:t>Almacenamiento en la nube</a:t>
            </a:r>
          </a:p>
          <a:p>
            <a:pPr marL="342900" indent="-342900" algn="just">
              <a:buFont typeface="Arial" panose="020B0604020202020204" pitchFamily="34" charset="0"/>
              <a:buChar char="•"/>
            </a:pPr>
            <a:r>
              <a:rPr lang="es-MX" sz="2400" dirty="0"/>
              <a:t>Azure, AWS, GCP</a:t>
            </a:r>
          </a:p>
          <a:p>
            <a:pPr marL="342900" indent="-342900" algn="just">
              <a:buFont typeface="Arial" panose="020B0604020202020204" pitchFamily="34" charset="0"/>
              <a:buChar char="•"/>
            </a:pPr>
            <a:r>
              <a:rPr lang="es-MX" sz="2400" dirty="0"/>
              <a:t>Escalable</a:t>
            </a:r>
          </a:p>
          <a:p>
            <a:pPr marL="342900" indent="-342900" algn="just">
              <a:buFont typeface="Arial" panose="020B0604020202020204" pitchFamily="34" charset="0"/>
              <a:buChar char="•"/>
            </a:pPr>
            <a:r>
              <a:rPr lang="es-MX" sz="2400" dirty="0"/>
              <a:t>Pago por uso</a:t>
            </a:r>
          </a:p>
          <a:p>
            <a:pPr algn="just"/>
            <a:r>
              <a:rPr lang="es-MX" sz="2400" dirty="0"/>
              <a:t>Ejemplo</a:t>
            </a:r>
          </a:p>
          <a:p>
            <a:pPr marL="342900" indent="-342900" algn="just">
              <a:buFont typeface="Arial" panose="020B0604020202020204" pitchFamily="34" charset="0"/>
              <a:buChar char="•"/>
            </a:pPr>
            <a:r>
              <a:rPr lang="es-ES" sz="2400" dirty="0"/>
              <a:t>Bases de datos como servicio (</a:t>
            </a:r>
            <a:r>
              <a:rPr lang="es-ES" sz="2400" dirty="0" err="1"/>
              <a:t>DBaaS</a:t>
            </a:r>
            <a:r>
              <a:rPr lang="es-ES" sz="2400" dirty="0"/>
              <a:t>)</a:t>
            </a:r>
          </a:p>
        </p:txBody>
      </p:sp>
      <p:pic>
        <p:nvPicPr>
          <p:cNvPr id="21506" name="Picture 2" descr="How to create a SQL Database in Azure – DB Cloud TECH">
            <a:extLst>
              <a:ext uri="{FF2B5EF4-FFF2-40B4-BE49-F238E27FC236}">
                <a16:creationId xmlns:a16="http://schemas.microsoft.com/office/drawing/2014/main" id="{C4C9F8FC-C8D1-FA04-341A-90F6877AC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130" y="2049300"/>
            <a:ext cx="3583490" cy="3583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9318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086A5-CAFD-347F-2685-18A1184C4C8D}"/>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907D3ADC-39A7-8BA9-B8DE-16CBF39EB9B1}"/>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Organizaciones primarias de archivos</a:t>
            </a:r>
          </a:p>
        </p:txBody>
      </p:sp>
      <p:sp>
        <p:nvSpPr>
          <p:cNvPr id="3" name="Marcador de contenido 2">
            <a:extLst>
              <a:ext uri="{FF2B5EF4-FFF2-40B4-BE49-F238E27FC236}">
                <a16:creationId xmlns:a16="http://schemas.microsoft.com/office/drawing/2014/main" id="{92034041-0D4D-21FD-9B30-1A8C577CC484}"/>
              </a:ext>
            </a:extLst>
          </p:cNvPr>
          <p:cNvSpPr>
            <a:spLocks noGrp="1"/>
          </p:cNvSpPr>
          <p:nvPr>
            <p:ph idx="1"/>
          </p:nvPr>
        </p:nvSpPr>
        <p:spPr>
          <a:xfrm>
            <a:off x="1043309" y="2169197"/>
            <a:ext cx="9779182" cy="3841078"/>
          </a:xfrm>
        </p:spPr>
        <p:txBody>
          <a:bodyPr rtlCol="0">
            <a:normAutofit fontScale="55000" lnSpcReduction="20000"/>
          </a:bodyPr>
          <a:lstStyle>
            <a:defPPr>
              <a:defRPr lang="es-ES"/>
            </a:defPPr>
          </a:lstStyle>
          <a:p>
            <a:pPr algn="just">
              <a:lnSpc>
                <a:spcPct val="120000"/>
              </a:lnSpc>
            </a:pPr>
            <a:r>
              <a:rPr lang="es-MX" sz="2400" dirty="0"/>
              <a:t>Define </a:t>
            </a:r>
            <a:r>
              <a:rPr lang="es-MX" sz="2400" b="1" dirty="0"/>
              <a:t>cómo se organizan los registros dentro de un archivo</a:t>
            </a:r>
            <a:endParaRPr lang="es-MX" sz="2400" dirty="0"/>
          </a:p>
          <a:p>
            <a:pPr algn="just">
              <a:lnSpc>
                <a:spcPct val="120000"/>
              </a:lnSpc>
            </a:pPr>
            <a:r>
              <a:rPr lang="es-MX" sz="2900" b="1" dirty="0" err="1"/>
              <a:t>Heap</a:t>
            </a:r>
            <a:r>
              <a:rPr lang="es-MX" sz="2900" b="1" dirty="0"/>
              <a:t> (Sin orden)</a:t>
            </a:r>
          </a:p>
          <a:p>
            <a:pPr algn="just">
              <a:lnSpc>
                <a:spcPct val="120000"/>
              </a:lnSpc>
            </a:pPr>
            <a:r>
              <a:rPr lang="es-MX" sz="2900" dirty="0"/>
              <a:t>Características:</a:t>
            </a:r>
          </a:p>
          <a:p>
            <a:pPr marL="342900" indent="-342900" algn="just">
              <a:lnSpc>
                <a:spcPct val="120000"/>
              </a:lnSpc>
              <a:buFont typeface="Arial" panose="020B0604020202020204" pitchFamily="34" charset="0"/>
              <a:buChar char="•"/>
            </a:pPr>
            <a:r>
              <a:rPr lang="es-MX" sz="2900" dirty="0"/>
              <a:t>No hay orden específico</a:t>
            </a:r>
          </a:p>
          <a:p>
            <a:pPr marL="342900" indent="-342900" algn="just">
              <a:lnSpc>
                <a:spcPct val="120000"/>
              </a:lnSpc>
              <a:buFont typeface="Arial" panose="020B0604020202020204" pitchFamily="34" charset="0"/>
              <a:buChar char="•"/>
            </a:pPr>
            <a:r>
              <a:rPr lang="es-MX" sz="2900" dirty="0"/>
              <a:t>Inserciones rápidas</a:t>
            </a:r>
          </a:p>
          <a:p>
            <a:pPr algn="just">
              <a:lnSpc>
                <a:spcPct val="120000"/>
              </a:lnSpc>
            </a:pPr>
            <a:r>
              <a:rPr lang="es-MX" sz="2900" dirty="0"/>
              <a:t>Búsquedas lentas (</a:t>
            </a:r>
            <a:r>
              <a:rPr lang="es-MX" sz="2900" dirty="0" err="1"/>
              <a:t>scan</a:t>
            </a:r>
            <a:r>
              <a:rPr lang="es-MX" sz="2900" dirty="0"/>
              <a:t> completo)</a:t>
            </a:r>
          </a:p>
          <a:p>
            <a:pPr algn="just">
              <a:lnSpc>
                <a:spcPct val="120000"/>
              </a:lnSpc>
            </a:pPr>
            <a:r>
              <a:rPr lang="es-MX" sz="2900" dirty="0"/>
              <a:t>Uso:</a:t>
            </a:r>
          </a:p>
          <a:p>
            <a:pPr marL="342900" indent="-342900" algn="just">
              <a:lnSpc>
                <a:spcPct val="120000"/>
              </a:lnSpc>
              <a:buFont typeface="Arial" panose="020B0604020202020204" pitchFamily="34" charset="0"/>
              <a:buChar char="•"/>
            </a:pPr>
            <a:r>
              <a:rPr lang="es-MX" sz="2900" dirty="0"/>
              <a:t>Tablas temporales</a:t>
            </a:r>
          </a:p>
          <a:p>
            <a:pPr marL="342900" indent="-342900" algn="just">
              <a:lnSpc>
                <a:spcPct val="120000"/>
              </a:lnSpc>
              <a:buFont typeface="Arial" panose="020B0604020202020204" pitchFamily="34" charset="0"/>
              <a:buChar char="•"/>
            </a:pPr>
            <a:r>
              <a:rPr lang="es-MX" sz="2900" dirty="0"/>
              <a:t>Datos que cambian mucho</a:t>
            </a:r>
          </a:p>
          <a:p>
            <a:br>
              <a:rPr lang="es-MX" sz="2400" dirty="0"/>
            </a:br>
            <a:endParaRPr lang="es-MX" sz="2400" dirty="0"/>
          </a:p>
        </p:txBody>
      </p:sp>
    </p:spTree>
    <p:extLst>
      <p:ext uri="{BB962C8B-B14F-4D97-AF65-F5344CB8AC3E}">
        <p14:creationId xmlns:p14="http://schemas.microsoft.com/office/powerpoint/2010/main" val="1558388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4F69-314A-1C85-6FC9-9E1C2233256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9DA9FBA-816B-1AB5-C044-0FF8D3A832E7}"/>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Organizaciones primarias de archivos</a:t>
            </a:r>
          </a:p>
        </p:txBody>
      </p:sp>
      <p:sp>
        <p:nvSpPr>
          <p:cNvPr id="3" name="Marcador de contenido 2">
            <a:extLst>
              <a:ext uri="{FF2B5EF4-FFF2-40B4-BE49-F238E27FC236}">
                <a16:creationId xmlns:a16="http://schemas.microsoft.com/office/drawing/2014/main" id="{1DACFA76-D336-218D-099B-1032FE3537F5}"/>
              </a:ext>
            </a:extLst>
          </p:cNvPr>
          <p:cNvSpPr>
            <a:spLocks noGrp="1"/>
          </p:cNvSpPr>
          <p:nvPr>
            <p:ph idx="1"/>
          </p:nvPr>
        </p:nvSpPr>
        <p:spPr>
          <a:xfrm>
            <a:off x="1043309" y="2169197"/>
            <a:ext cx="9779182" cy="3841078"/>
          </a:xfrm>
        </p:spPr>
        <p:txBody>
          <a:bodyPr rtlCol="0">
            <a:normAutofit/>
          </a:bodyPr>
          <a:lstStyle>
            <a:defPPr>
              <a:defRPr lang="es-ES"/>
            </a:defPPr>
          </a:lstStyle>
          <a:p>
            <a:r>
              <a:rPr lang="es-MX" sz="2400" b="1" dirty="0"/>
              <a:t>Secuencial (Ordenado)</a:t>
            </a:r>
          </a:p>
          <a:p>
            <a:r>
              <a:rPr lang="es-MX" sz="2400" dirty="0"/>
              <a:t>Características:</a:t>
            </a:r>
          </a:p>
          <a:p>
            <a:pPr marL="342900" indent="-342900">
              <a:buFont typeface="Arial" panose="020B0604020202020204" pitchFamily="34" charset="0"/>
              <a:buChar char="•"/>
            </a:pPr>
            <a:r>
              <a:rPr lang="es-MX" sz="2400" dirty="0"/>
              <a:t>Ordenado por un campo (</a:t>
            </a:r>
            <a:r>
              <a:rPr lang="es-MX" sz="2400" dirty="0" err="1"/>
              <a:t>ej</a:t>
            </a:r>
            <a:r>
              <a:rPr lang="es-MX" sz="2400" dirty="0"/>
              <a:t>: ID)</a:t>
            </a:r>
          </a:p>
          <a:p>
            <a:pPr marL="342900" indent="-342900">
              <a:buFont typeface="Arial" panose="020B0604020202020204" pitchFamily="34" charset="0"/>
              <a:buChar char="•"/>
            </a:pPr>
            <a:r>
              <a:rPr lang="es-MX" sz="2400" dirty="0"/>
              <a:t>Búsquedas más rápidas que </a:t>
            </a:r>
            <a:r>
              <a:rPr lang="es-MX" sz="2400" dirty="0" err="1"/>
              <a:t>heap</a:t>
            </a:r>
            <a:endParaRPr lang="es-MX" sz="2400" dirty="0"/>
          </a:p>
          <a:p>
            <a:pPr marL="342900" indent="-342900">
              <a:buFont typeface="Arial" panose="020B0604020202020204" pitchFamily="34" charset="0"/>
              <a:buChar char="•"/>
            </a:pPr>
            <a:r>
              <a:rPr lang="es-MX" sz="2400" dirty="0"/>
              <a:t>Inserciones más costosas</a:t>
            </a:r>
          </a:p>
          <a:p>
            <a:br>
              <a:rPr lang="es-MX" sz="2400" dirty="0"/>
            </a:br>
            <a:endParaRPr lang="es-MX" sz="2400" dirty="0"/>
          </a:p>
        </p:txBody>
      </p:sp>
    </p:spTree>
    <p:extLst>
      <p:ext uri="{BB962C8B-B14F-4D97-AF65-F5344CB8AC3E}">
        <p14:creationId xmlns:p14="http://schemas.microsoft.com/office/powerpoint/2010/main" val="3538680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B091-5C5C-E2CC-228E-CBF624F8CED5}"/>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B9AA3A45-6997-6367-7349-ADC03332D4CF}"/>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Organizaciones primarias de archivos</a:t>
            </a:r>
          </a:p>
        </p:txBody>
      </p:sp>
      <p:sp>
        <p:nvSpPr>
          <p:cNvPr id="3" name="Marcador de contenido 2">
            <a:extLst>
              <a:ext uri="{FF2B5EF4-FFF2-40B4-BE49-F238E27FC236}">
                <a16:creationId xmlns:a16="http://schemas.microsoft.com/office/drawing/2014/main" id="{6FB9DF1E-728B-81F5-0A5A-B1FFCA0EB1C8}"/>
              </a:ext>
            </a:extLst>
          </p:cNvPr>
          <p:cNvSpPr>
            <a:spLocks noGrp="1"/>
          </p:cNvSpPr>
          <p:nvPr>
            <p:ph idx="1"/>
          </p:nvPr>
        </p:nvSpPr>
        <p:spPr>
          <a:xfrm>
            <a:off x="1043309" y="2169197"/>
            <a:ext cx="9779182" cy="3841078"/>
          </a:xfrm>
        </p:spPr>
        <p:txBody>
          <a:bodyPr rtlCol="0">
            <a:normAutofit/>
          </a:bodyPr>
          <a:lstStyle>
            <a:defPPr>
              <a:defRPr lang="es-ES"/>
            </a:defPPr>
          </a:lstStyle>
          <a:p>
            <a:r>
              <a:rPr lang="es-MX" sz="2400" b="1" dirty="0"/>
              <a:t>Hash</a:t>
            </a:r>
          </a:p>
          <a:p>
            <a:r>
              <a:rPr lang="es-MX" sz="2400" dirty="0"/>
              <a:t>Características:</a:t>
            </a:r>
          </a:p>
          <a:p>
            <a:pPr marL="342900" indent="-342900">
              <a:buFont typeface="Arial" panose="020B0604020202020204" pitchFamily="34" charset="0"/>
              <a:buChar char="•"/>
            </a:pPr>
            <a:r>
              <a:rPr lang="es-MX" sz="2400" dirty="0"/>
              <a:t>Usa una función hash</a:t>
            </a:r>
          </a:p>
          <a:p>
            <a:pPr marL="342900" indent="-342900">
              <a:buFont typeface="Arial" panose="020B0604020202020204" pitchFamily="34" charset="0"/>
              <a:buChar char="•"/>
            </a:pPr>
            <a:r>
              <a:rPr lang="es-MX" sz="2400" dirty="0"/>
              <a:t>Acceso rápido por clave exacta</a:t>
            </a:r>
          </a:p>
          <a:p>
            <a:r>
              <a:rPr lang="es-MX" sz="2400" dirty="0"/>
              <a:t>Limitación:</a:t>
            </a:r>
          </a:p>
          <a:p>
            <a:pPr marL="342900" indent="-342900">
              <a:buFont typeface="Arial" panose="020B0604020202020204" pitchFamily="34" charset="0"/>
              <a:buChar char="•"/>
            </a:pPr>
            <a:r>
              <a:rPr lang="es-MX" sz="2400" dirty="0"/>
              <a:t>No sirve para rangos</a:t>
            </a:r>
          </a:p>
          <a:p>
            <a:br>
              <a:rPr lang="es-MX" sz="2400" dirty="0"/>
            </a:br>
            <a:endParaRPr lang="es-MX" sz="2400" dirty="0"/>
          </a:p>
        </p:txBody>
      </p:sp>
    </p:spTree>
    <p:extLst>
      <p:ext uri="{BB962C8B-B14F-4D97-AF65-F5344CB8AC3E}">
        <p14:creationId xmlns:p14="http://schemas.microsoft.com/office/powerpoint/2010/main" val="382697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EB0C7-5B62-0AAB-8E8C-32ECD78CE8F6}"/>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0E450762-BEC1-83F7-69E3-187396959BBE}"/>
              </a:ext>
            </a:extLst>
          </p:cNvPr>
          <p:cNvSpPr>
            <a:spLocks noGrp="1"/>
          </p:cNvSpPr>
          <p:nvPr>
            <p:ph type="title"/>
          </p:nvPr>
        </p:nvSpPr>
        <p:spPr>
          <a:xfrm>
            <a:off x="1108623" y="-139140"/>
            <a:ext cx="9779183" cy="1744415"/>
          </a:xfrm>
        </p:spPr>
        <p:txBody>
          <a:bodyPr rtlCol="0" anchor="b">
            <a:normAutofit/>
          </a:bodyPr>
          <a:lstStyle>
            <a:defPPr>
              <a:defRPr lang="es-ES"/>
            </a:defPPr>
          </a:lstStyle>
          <a:p>
            <a:pPr rtl="0"/>
            <a:r>
              <a:rPr lang="es-ES" dirty="0"/>
              <a:t>Organizaciones primarias de archivos</a:t>
            </a:r>
          </a:p>
        </p:txBody>
      </p:sp>
      <p:sp>
        <p:nvSpPr>
          <p:cNvPr id="3" name="Marcador de contenido 2">
            <a:extLst>
              <a:ext uri="{FF2B5EF4-FFF2-40B4-BE49-F238E27FC236}">
                <a16:creationId xmlns:a16="http://schemas.microsoft.com/office/drawing/2014/main" id="{6E7D574A-F3A2-82D3-52B6-D161A5174F1D}"/>
              </a:ext>
            </a:extLst>
          </p:cNvPr>
          <p:cNvSpPr>
            <a:spLocks noGrp="1"/>
          </p:cNvSpPr>
          <p:nvPr>
            <p:ph idx="1"/>
          </p:nvPr>
        </p:nvSpPr>
        <p:spPr>
          <a:xfrm>
            <a:off x="1043309" y="2169197"/>
            <a:ext cx="9779182" cy="3841078"/>
          </a:xfrm>
        </p:spPr>
        <p:txBody>
          <a:bodyPr rtlCol="0">
            <a:normAutofit/>
          </a:bodyPr>
          <a:lstStyle>
            <a:defPPr>
              <a:defRPr lang="es-ES"/>
            </a:defPPr>
          </a:lstStyle>
          <a:p>
            <a:r>
              <a:rPr lang="es-MX" sz="2400" b="1" dirty="0"/>
              <a:t>Indexado</a:t>
            </a:r>
          </a:p>
          <a:p>
            <a:pPr marL="342900" indent="-342900">
              <a:buFont typeface="Arial" panose="020B0604020202020204" pitchFamily="34" charset="0"/>
              <a:buChar char="•"/>
            </a:pPr>
            <a:r>
              <a:rPr lang="es-MX" sz="2400" dirty="0"/>
              <a:t>Usa estructuras adicionales (índices)</a:t>
            </a:r>
          </a:p>
          <a:p>
            <a:pPr marL="342900" indent="-342900">
              <a:buFont typeface="Arial" panose="020B0604020202020204" pitchFamily="34" charset="0"/>
              <a:buChar char="•"/>
            </a:pPr>
            <a:r>
              <a:rPr lang="es-MX" sz="2400" dirty="0"/>
              <a:t>Mejora acceso a datos</a:t>
            </a:r>
          </a:p>
          <a:p>
            <a:br>
              <a:rPr lang="es-MX" sz="2400" dirty="0"/>
            </a:br>
            <a:endParaRPr lang="es-MX" sz="2400" dirty="0"/>
          </a:p>
        </p:txBody>
      </p:sp>
    </p:spTree>
    <p:extLst>
      <p:ext uri="{BB962C8B-B14F-4D97-AF65-F5344CB8AC3E}">
        <p14:creationId xmlns:p14="http://schemas.microsoft.com/office/powerpoint/2010/main" val="3982919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1CD12-DD6D-44D8-A66E-802415A86040}"/>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289B3989-E210-5A41-7CB4-5904AC232A64}"/>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ED7D9523-EEFD-6D85-ED07-2210D50C82CD}"/>
              </a:ext>
            </a:extLst>
          </p:cNvPr>
          <p:cNvSpPr>
            <a:spLocks noGrp="1"/>
          </p:cNvSpPr>
          <p:nvPr>
            <p:ph idx="1"/>
          </p:nvPr>
        </p:nvSpPr>
        <p:spPr>
          <a:xfrm>
            <a:off x="1043309" y="2169197"/>
            <a:ext cx="9779182" cy="3841078"/>
          </a:xfrm>
        </p:spPr>
        <p:txBody>
          <a:bodyPr rtlCol="0">
            <a:normAutofit/>
          </a:bodyPr>
          <a:lstStyle>
            <a:defPPr>
              <a:defRPr lang="es-ES"/>
            </a:defPPr>
          </a:lstStyle>
          <a:p>
            <a:r>
              <a:rPr lang="es-MX" sz="2400" dirty="0"/>
              <a:t>Los índices son estructuras que permiten </a:t>
            </a:r>
            <a:r>
              <a:rPr lang="es-MX" sz="2400" b="1" dirty="0"/>
              <a:t>buscar datos rápidamente sin recorrer toda la tabla</a:t>
            </a:r>
            <a:r>
              <a:rPr lang="es-MX" sz="2400" dirty="0"/>
              <a:t>.</a:t>
            </a:r>
          </a:p>
          <a:p>
            <a:r>
              <a:rPr lang="es-MX" sz="2400" b="1" dirty="0"/>
              <a:t>¿Qué es un índice?</a:t>
            </a:r>
          </a:p>
          <a:p>
            <a:r>
              <a:rPr lang="es-MX" sz="2400" dirty="0"/>
              <a:t>Es como el índice de un libro:</a:t>
            </a:r>
          </a:p>
          <a:p>
            <a:pPr marL="342900" indent="-342900">
              <a:buFont typeface="Arial" panose="020B0604020202020204" pitchFamily="34" charset="0"/>
              <a:buChar char="•"/>
            </a:pPr>
            <a:r>
              <a:rPr lang="es-MX" sz="2400" dirty="0"/>
              <a:t>Apunta a la ubicación del dato</a:t>
            </a:r>
          </a:p>
          <a:p>
            <a:pPr marL="342900" indent="-342900">
              <a:buFont typeface="Arial" panose="020B0604020202020204" pitchFamily="34" charset="0"/>
              <a:buChar char="•"/>
            </a:pPr>
            <a:r>
              <a:rPr lang="es-MX" sz="2400" dirty="0"/>
              <a:t>Evita leer todo</a:t>
            </a:r>
          </a:p>
          <a:p>
            <a:br>
              <a:rPr lang="es-MX" sz="2400" dirty="0"/>
            </a:br>
            <a:endParaRPr lang="es-MX" sz="2400" dirty="0"/>
          </a:p>
        </p:txBody>
      </p:sp>
    </p:spTree>
    <p:extLst>
      <p:ext uri="{BB962C8B-B14F-4D97-AF65-F5344CB8AC3E}">
        <p14:creationId xmlns:p14="http://schemas.microsoft.com/office/powerpoint/2010/main" val="20290299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B1C24-119D-79A4-3C60-A1CEA4CC061C}"/>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5CCCE33B-88EF-6112-6529-D680A4E5A321}"/>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446E9CA4-23A5-0625-2C98-7E0F80B1E2D7}"/>
              </a:ext>
            </a:extLst>
          </p:cNvPr>
          <p:cNvSpPr>
            <a:spLocks noGrp="1"/>
          </p:cNvSpPr>
          <p:nvPr>
            <p:ph idx="1"/>
          </p:nvPr>
        </p:nvSpPr>
        <p:spPr>
          <a:xfrm>
            <a:off x="1043309" y="2169197"/>
            <a:ext cx="9779182" cy="3841078"/>
          </a:xfrm>
        </p:spPr>
        <p:txBody>
          <a:bodyPr rtlCol="0">
            <a:normAutofit fontScale="92500" lnSpcReduction="10000"/>
          </a:bodyPr>
          <a:lstStyle>
            <a:defPPr>
              <a:defRPr lang="es-ES"/>
            </a:defPPr>
          </a:lstStyle>
          <a:p>
            <a:r>
              <a:rPr lang="es-MX" sz="2400" b="1" dirty="0"/>
              <a:t>Índices B-</a:t>
            </a:r>
            <a:r>
              <a:rPr lang="es-MX" sz="2400" b="1" dirty="0" err="1"/>
              <a:t>Tree</a:t>
            </a:r>
            <a:r>
              <a:rPr lang="es-MX" sz="2400" b="1" dirty="0"/>
              <a:t> (los más comunes)</a:t>
            </a:r>
          </a:p>
          <a:p>
            <a:r>
              <a:rPr lang="es-MX" sz="2400" dirty="0"/>
              <a:t>Estructura:</a:t>
            </a:r>
          </a:p>
          <a:p>
            <a:pPr marL="342900" indent="-342900">
              <a:buFont typeface="Arial" panose="020B0604020202020204" pitchFamily="34" charset="0"/>
              <a:buChar char="•"/>
            </a:pPr>
            <a:r>
              <a:rPr lang="es-MX" sz="2400" dirty="0"/>
              <a:t>Árbol balanceado</a:t>
            </a:r>
          </a:p>
          <a:p>
            <a:pPr marL="342900" indent="-342900">
              <a:buFont typeface="Arial" panose="020B0604020202020204" pitchFamily="34" charset="0"/>
              <a:buChar char="•"/>
            </a:pPr>
            <a:r>
              <a:rPr lang="es-MX" sz="2400" dirty="0"/>
              <a:t>Nodos con claves</a:t>
            </a:r>
          </a:p>
          <a:p>
            <a:r>
              <a:rPr lang="es-MX" sz="2400" dirty="0"/>
              <a:t>Permite búsquedas logarítmicas</a:t>
            </a:r>
          </a:p>
          <a:p>
            <a:r>
              <a:rPr lang="es-MX" sz="2400" dirty="0"/>
              <a:t>Operaciones:</a:t>
            </a:r>
          </a:p>
          <a:p>
            <a:pPr marL="342900" indent="-342900">
              <a:buFont typeface="Arial" panose="020B0604020202020204" pitchFamily="34" charset="0"/>
              <a:buChar char="•"/>
            </a:pPr>
            <a:r>
              <a:rPr lang="es-MX" sz="2400" dirty="0"/>
              <a:t>Búsqueda: O(log n)</a:t>
            </a:r>
          </a:p>
          <a:p>
            <a:pPr marL="342900" indent="-342900">
              <a:buFont typeface="Arial" panose="020B0604020202020204" pitchFamily="34" charset="0"/>
              <a:buChar char="•"/>
            </a:pPr>
            <a:r>
              <a:rPr lang="es-MX" sz="2400" dirty="0"/>
              <a:t>Inserción: O(log n)</a:t>
            </a:r>
          </a:p>
          <a:p>
            <a:br>
              <a:rPr lang="es-MX" sz="2400" dirty="0"/>
            </a:br>
            <a:endParaRPr lang="es-MX" sz="2400" dirty="0"/>
          </a:p>
        </p:txBody>
      </p:sp>
      <p:pic>
        <p:nvPicPr>
          <p:cNvPr id="22530" name="Picture 2" descr="Árbol binario - Wikipedia, la enciclopedia libre">
            <a:extLst>
              <a:ext uri="{FF2B5EF4-FFF2-40B4-BE49-F238E27FC236}">
                <a16:creationId xmlns:a16="http://schemas.microsoft.com/office/drawing/2014/main" id="{F5B3A6BB-EAA4-3122-0C37-F9804E68E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481" y="2169197"/>
            <a:ext cx="3622358" cy="3197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765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41950-32AF-6717-5C2F-06CD763139A2}"/>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F2330C91-40F2-455A-BB56-C864CDBABA08}"/>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0586196E-B256-56AB-6546-60A9B2D7AE2E}"/>
              </a:ext>
            </a:extLst>
          </p:cNvPr>
          <p:cNvSpPr>
            <a:spLocks noGrp="1"/>
          </p:cNvSpPr>
          <p:nvPr>
            <p:ph idx="1"/>
          </p:nvPr>
        </p:nvSpPr>
        <p:spPr>
          <a:xfrm>
            <a:off x="1043309" y="2169197"/>
            <a:ext cx="9779182" cy="3841078"/>
          </a:xfrm>
        </p:spPr>
        <p:txBody>
          <a:bodyPr rtlCol="0">
            <a:normAutofit/>
          </a:bodyPr>
          <a:lstStyle>
            <a:defPPr>
              <a:defRPr lang="es-ES"/>
            </a:defPPr>
          </a:lstStyle>
          <a:p>
            <a:r>
              <a:rPr lang="es-MX" sz="2400" b="1" dirty="0" err="1"/>
              <a:t>Clustered</a:t>
            </a:r>
            <a:r>
              <a:rPr lang="es-MX" sz="2400" b="1" dirty="0"/>
              <a:t> </a:t>
            </a:r>
            <a:r>
              <a:rPr lang="es-MX" sz="2400" b="1" dirty="0" err="1"/>
              <a:t>Index</a:t>
            </a:r>
            <a:endParaRPr lang="es-MX" sz="2400" b="1" dirty="0"/>
          </a:p>
          <a:p>
            <a:r>
              <a:rPr lang="es-MX" sz="2400" dirty="0"/>
              <a:t>Características:</a:t>
            </a:r>
          </a:p>
          <a:p>
            <a:pPr marL="342900" indent="-342900">
              <a:buFont typeface="Arial" panose="020B0604020202020204" pitchFamily="34" charset="0"/>
              <a:buChar char="•"/>
            </a:pPr>
            <a:r>
              <a:rPr lang="es-MX" sz="2400" dirty="0"/>
              <a:t>Ordena físicamente los datos</a:t>
            </a:r>
          </a:p>
          <a:p>
            <a:pPr marL="342900" indent="-342900">
              <a:buFont typeface="Arial" panose="020B0604020202020204" pitchFamily="34" charset="0"/>
              <a:buChar char="•"/>
            </a:pPr>
            <a:r>
              <a:rPr lang="es-MX" sz="2400" dirty="0"/>
              <a:t>Solo puede haber uno por tabla</a:t>
            </a:r>
          </a:p>
          <a:p>
            <a:r>
              <a:rPr lang="es-MX" sz="2400" dirty="0"/>
              <a:t>Ejemplo:</a:t>
            </a:r>
          </a:p>
          <a:p>
            <a:pPr marL="342900" indent="-342900">
              <a:buFont typeface="Arial" panose="020B0604020202020204" pitchFamily="34" charset="0"/>
              <a:buChar char="•"/>
            </a:pPr>
            <a:r>
              <a:rPr lang="es-MX" sz="2400" dirty="0"/>
              <a:t>Tabla ordenada por ID</a:t>
            </a:r>
          </a:p>
          <a:p>
            <a:br>
              <a:rPr lang="es-MX" sz="2400" dirty="0"/>
            </a:br>
            <a:endParaRPr lang="es-MX" sz="2400" dirty="0"/>
          </a:p>
        </p:txBody>
      </p:sp>
    </p:spTree>
    <p:extLst>
      <p:ext uri="{BB962C8B-B14F-4D97-AF65-F5344CB8AC3E}">
        <p14:creationId xmlns:p14="http://schemas.microsoft.com/office/powerpoint/2010/main" val="23153582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F5B7F-CDD0-A422-FB74-B62ED8B61BC9}"/>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8F1AF81C-D4F0-3A0F-6B48-B278EF540868}"/>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129FBFB9-1ECA-6B15-ABC6-D2C087DFE1C6}"/>
              </a:ext>
            </a:extLst>
          </p:cNvPr>
          <p:cNvSpPr>
            <a:spLocks noGrp="1"/>
          </p:cNvSpPr>
          <p:nvPr>
            <p:ph idx="1"/>
          </p:nvPr>
        </p:nvSpPr>
        <p:spPr>
          <a:xfrm>
            <a:off x="975273" y="2131097"/>
            <a:ext cx="9779182" cy="3841078"/>
          </a:xfrm>
        </p:spPr>
        <p:txBody>
          <a:bodyPr rtlCol="0">
            <a:normAutofit/>
          </a:bodyPr>
          <a:lstStyle>
            <a:defPPr>
              <a:defRPr lang="es-ES"/>
            </a:defPPr>
          </a:lstStyle>
          <a:p>
            <a:r>
              <a:rPr lang="es-MX" sz="2400" b="1" dirty="0"/>
              <a:t>Non-</a:t>
            </a:r>
            <a:r>
              <a:rPr lang="es-MX" sz="2400" b="1" dirty="0" err="1"/>
              <a:t>Clustered</a:t>
            </a:r>
            <a:r>
              <a:rPr lang="es-MX" sz="2400" b="1" dirty="0"/>
              <a:t> </a:t>
            </a:r>
            <a:r>
              <a:rPr lang="es-MX" sz="2400" b="1" dirty="0" err="1"/>
              <a:t>Index</a:t>
            </a:r>
            <a:endParaRPr lang="es-MX" sz="2400" b="1" dirty="0"/>
          </a:p>
          <a:p>
            <a:r>
              <a:rPr lang="es-MX" sz="2400" dirty="0"/>
              <a:t>Características:</a:t>
            </a:r>
          </a:p>
          <a:p>
            <a:pPr marL="342900" indent="-342900">
              <a:buFont typeface="Arial" panose="020B0604020202020204" pitchFamily="34" charset="0"/>
              <a:buChar char="•"/>
            </a:pPr>
            <a:r>
              <a:rPr lang="es-MX" sz="2400" dirty="0"/>
              <a:t>Estructura separada</a:t>
            </a:r>
          </a:p>
          <a:p>
            <a:pPr marL="342900" indent="-342900">
              <a:buFont typeface="Arial" panose="020B0604020202020204" pitchFamily="34" charset="0"/>
              <a:buChar char="•"/>
            </a:pPr>
            <a:r>
              <a:rPr lang="es-MX" sz="2400" dirty="0"/>
              <a:t>Contiene punteros a los datos</a:t>
            </a:r>
          </a:p>
          <a:p>
            <a:pPr marL="342900" indent="-342900">
              <a:buFont typeface="Arial" panose="020B0604020202020204" pitchFamily="34" charset="0"/>
              <a:buChar char="•"/>
            </a:pPr>
            <a:r>
              <a:rPr lang="es-MX" sz="2400" dirty="0"/>
              <a:t>Puede haber varios</a:t>
            </a:r>
          </a:p>
          <a:p>
            <a:br>
              <a:rPr lang="es-MX" sz="2400" dirty="0"/>
            </a:br>
            <a:endParaRPr lang="es-MX" sz="2400" dirty="0"/>
          </a:p>
        </p:txBody>
      </p:sp>
    </p:spTree>
    <p:extLst>
      <p:ext uri="{BB962C8B-B14F-4D97-AF65-F5344CB8AC3E}">
        <p14:creationId xmlns:p14="http://schemas.microsoft.com/office/powerpoint/2010/main" val="326714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4A52C-4DE5-7648-E884-4D69DA186588}"/>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C28A5318-6233-D249-4269-7A10F962DD02}"/>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graphicFrame>
        <p:nvGraphicFramePr>
          <p:cNvPr id="5" name="Tabla 4">
            <a:extLst>
              <a:ext uri="{FF2B5EF4-FFF2-40B4-BE49-F238E27FC236}">
                <a16:creationId xmlns:a16="http://schemas.microsoft.com/office/drawing/2014/main" id="{CDDA0A4B-016A-2ED3-CD86-7F05D8085D05}"/>
              </a:ext>
            </a:extLst>
          </p:cNvPr>
          <p:cNvGraphicFramePr>
            <a:graphicFrameLocks noGrp="1"/>
          </p:cNvGraphicFramePr>
          <p:nvPr>
            <p:extLst>
              <p:ext uri="{D42A27DB-BD31-4B8C-83A1-F6EECF244321}">
                <p14:modId xmlns:p14="http://schemas.microsoft.com/office/powerpoint/2010/main" val="2197137129"/>
              </p:ext>
            </p:extLst>
          </p:nvPr>
        </p:nvGraphicFramePr>
        <p:xfrm>
          <a:off x="381000" y="3452654"/>
          <a:ext cx="11430000" cy="1097280"/>
        </p:xfrm>
        <a:graphic>
          <a:graphicData uri="http://schemas.openxmlformats.org/drawingml/2006/table">
            <a:tbl>
              <a:tblPr/>
              <a:tblGrid>
                <a:gridCol w="5715000">
                  <a:extLst>
                    <a:ext uri="{9D8B030D-6E8A-4147-A177-3AD203B41FA5}">
                      <a16:colId xmlns:a16="http://schemas.microsoft.com/office/drawing/2014/main" val="735940491"/>
                    </a:ext>
                  </a:extLst>
                </a:gridCol>
                <a:gridCol w="5715000">
                  <a:extLst>
                    <a:ext uri="{9D8B030D-6E8A-4147-A177-3AD203B41FA5}">
                      <a16:colId xmlns:a16="http://schemas.microsoft.com/office/drawing/2014/main" val="676510658"/>
                    </a:ext>
                  </a:extLst>
                </a:gridCol>
              </a:tblGrid>
              <a:tr h="0">
                <a:tc>
                  <a:txBody>
                    <a:bodyPr/>
                    <a:lstStyle/>
                    <a:p>
                      <a:pPr>
                        <a:buNone/>
                      </a:pPr>
                      <a:r>
                        <a:rPr lang="es-CR"/>
                        <a:t>Tipo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a:t>Qué hace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1922797"/>
                  </a:ext>
                </a:extLst>
              </a:tr>
              <a:tr h="0">
                <a:tc>
                  <a:txBody>
                    <a:bodyPr/>
                    <a:lstStyle/>
                    <a:p>
                      <a:pPr>
                        <a:buNone/>
                      </a:pPr>
                      <a:r>
                        <a:rPr lang="es-CR"/>
                        <a:t>Clustered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a:t>Ordena los datos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0311996"/>
                  </a:ext>
                </a:extLst>
              </a:tr>
              <a:tr h="0">
                <a:tc>
                  <a:txBody>
                    <a:bodyPr/>
                    <a:lstStyle/>
                    <a:p>
                      <a:pPr>
                        <a:buNone/>
                      </a:pPr>
                      <a:r>
                        <a:rPr lang="es-CR"/>
                        <a:t>Non-Clustered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s-CR" dirty="0"/>
                        <a:t>Apunta a los datos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533216"/>
                  </a:ext>
                </a:extLst>
              </a:tr>
            </a:tbl>
          </a:graphicData>
        </a:graphic>
      </p:graphicFrame>
    </p:spTree>
    <p:extLst>
      <p:ext uri="{BB962C8B-B14F-4D97-AF65-F5344CB8AC3E}">
        <p14:creationId xmlns:p14="http://schemas.microsoft.com/office/powerpoint/2010/main" val="13249516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1F4BF-2462-0802-2827-45EAE58D3776}"/>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91282E9E-04D9-40A6-CBE5-3761A4CC270E}"/>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021670BD-AD17-C933-EB61-090F5AC84677}"/>
              </a:ext>
            </a:extLst>
          </p:cNvPr>
          <p:cNvSpPr>
            <a:spLocks noGrp="1"/>
          </p:cNvSpPr>
          <p:nvPr>
            <p:ph idx="1"/>
          </p:nvPr>
        </p:nvSpPr>
        <p:spPr>
          <a:xfrm>
            <a:off x="975273" y="2131097"/>
            <a:ext cx="9779182" cy="3841078"/>
          </a:xfrm>
        </p:spPr>
        <p:txBody>
          <a:bodyPr rtlCol="0">
            <a:normAutofit/>
          </a:bodyPr>
          <a:lstStyle>
            <a:defPPr>
              <a:defRPr lang="es-ES"/>
            </a:defPPr>
          </a:lstStyle>
          <a:p>
            <a:r>
              <a:rPr lang="es-MX" sz="2400" b="1" dirty="0"/>
              <a:t>Índices compuestos</a:t>
            </a:r>
          </a:p>
          <a:p>
            <a:pPr marL="342900" indent="-342900">
              <a:buFont typeface="Arial" panose="020B0604020202020204" pitchFamily="34" charset="0"/>
              <a:buChar char="•"/>
            </a:pPr>
            <a:r>
              <a:rPr lang="es-MX" sz="2400" dirty="0"/>
              <a:t>Basados en múltiples columnas</a:t>
            </a:r>
          </a:p>
          <a:p>
            <a:pPr marL="342900" indent="-342900">
              <a:buFont typeface="Arial" panose="020B0604020202020204" pitchFamily="34" charset="0"/>
              <a:buChar char="•"/>
            </a:pPr>
            <a:r>
              <a:rPr lang="es-MX" sz="2400" dirty="0"/>
              <a:t>Ejemplo: (Nombre, Apellido)</a:t>
            </a:r>
          </a:p>
          <a:p>
            <a:br>
              <a:rPr lang="es-MX" sz="2400" dirty="0"/>
            </a:br>
            <a:endParaRPr lang="es-MX" sz="2400" dirty="0"/>
          </a:p>
          <a:p>
            <a:r>
              <a:rPr lang="es-MX" sz="2400" b="1" dirty="0"/>
              <a:t>Índices únicos</a:t>
            </a:r>
          </a:p>
          <a:p>
            <a:pPr marL="342900" indent="-342900">
              <a:buFont typeface="Arial" panose="020B0604020202020204" pitchFamily="34" charset="0"/>
              <a:buChar char="•"/>
            </a:pPr>
            <a:r>
              <a:rPr lang="es-MX" sz="2400" dirty="0"/>
              <a:t>No permiten duplicados</a:t>
            </a:r>
          </a:p>
          <a:p>
            <a:br>
              <a:rPr lang="es-MX" sz="2400" dirty="0"/>
            </a:br>
            <a:endParaRPr lang="es-MX" sz="2400" dirty="0"/>
          </a:p>
        </p:txBody>
      </p:sp>
    </p:spTree>
    <p:extLst>
      <p:ext uri="{BB962C8B-B14F-4D97-AF65-F5344CB8AC3E}">
        <p14:creationId xmlns:p14="http://schemas.microsoft.com/office/powerpoint/2010/main" val="1994136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63091-EC97-FF38-2686-E934A2D5E089}"/>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719AD282-6FA7-A972-EBE2-9B4056FF0039}"/>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2DB40379-162B-4C60-95C6-CE2CAAE91607}"/>
              </a:ext>
            </a:extLst>
          </p:cNvPr>
          <p:cNvSpPr>
            <a:spLocks noGrp="1"/>
          </p:cNvSpPr>
          <p:nvPr>
            <p:ph idx="1"/>
          </p:nvPr>
        </p:nvSpPr>
        <p:spPr>
          <a:xfrm>
            <a:off x="975273" y="2131097"/>
            <a:ext cx="9779182" cy="3841078"/>
          </a:xfrm>
        </p:spPr>
        <p:txBody>
          <a:bodyPr rtlCol="0">
            <a:normAutofit lnSpcReduction="10000"/>
          </a:bodyPr>
          <a:lstStyle>
            <a:defPPr>
              <a:defRPr lang="es-ES"/>
            </a:defPPr>
          </a:lstStyle>
          <a:p>
            <a:r>
              <a:rPr lang="es-MX" sz="2400" b="1" dirty="0"/>
              <a:t>Consideraciones importantes sobre índices</a:t>
            </a:r>
          </a:p>
          <a:p>
            <a:r>
              <a:rPr lang="es-MX" sz="2400" dirty="0"/>
              <a:t>Ventajas:</a:t>
            </a:r>
          </a:p>
          <a:p>
            <a:pPr marL="342900" indent="-342900">
              <a:buFont typeface="Arial" panose="020B0604020202020204" pitchFamily="34" charset="0"/>
              <a:buChar char="•"/>
            </a:pPr>
            <a:r>
              <a:rPr lang="es-MX" sz="2400" dirty="0"/>
              <a:t>Aceleran consultas SELECT</a:t>
            </a:r>
          </a:p>
          <a:p>
            <a:pPr marL="342900" indent="-342900">
              <a:buFont typeface="Arial" panose="020B0604020202020204" pitchFamily="34" charset="0"/>
              <a:buChar char="•"/>
            </a:pPr>
            <a:r>
              <a:rPr lang="es-MX" sz="2400" dirty="0"/>
              <a:t>Mejoran filtros y </a:t>
            </a:r>
            <a:r>
              <a:rPr lang="es-MX" sz="2400" dirty="0" err="1"/>
              <a:t>joins</a:t>
            </a:r>
            <a:endParaRPr lang="es-MX" sz="2400" dirty="0"/>
          </a:p>
          <a:p>
            <a:r>
              <a:rPr lang="es-MX" sz="2400" dirty="0"/>
              <a:t>Desventajas:</a:t>
            </a:r>
          </a:p>
          <a:p>
            <a:pPr marL="342900" indent="-342900">
              <a:buFont typeface="Arial" panose="020B0604020202020204" pitchFamily="34" charset="0"/>
              <a:buChar char="•"/>
            </a:pPr>
            <a:r>
              <a:rPr lang="es-MX" sz="2400" dirty="0"/>
              <a:t>Consumen espacio</a:t>
            </a:r>
          </a:p>
          <a:p>
            <a:pPr marL="342900" indent="-342900">
              <a:buFont typeface="Arial" panose="020B0604020202020204" pitchFamily="34" charset="0"/>
              <a:buChar char="•"/>
            </a:pPr>
            <a:r>
              <a:rPr lang="es-MX" sz="2400" dirty="0"/>
              <a:t>Ralentizan INSERT, UPDATE, DELETE</a:t>
            </a:r>
          </a:p>
          <a:p>
            <a:br>
              <a:rPr lang="es-MX" sz="2400" dirty="0"/>
            </a:br>
            <a:endParaRPr lang="es-MX" sz="2400" dirty="0"/>
          </a:p>
        </p:txBody>
      </p:sp>
    </p:spTree>
    <p:extLst>
      <p:ext uri="{BB962C8B-B14F-4D97-AF65-F5344CB8AC3E}">
        <p14:creationId xmlns:p14="http://schemas.microsoft.com/office/powerpoint/2010/main" val="1025645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814E8-005B-557A-4CA7-13BBA317424B}"/>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6EED6336-9631-697B-9943-B5982A60D229}"/>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Estructuras de indexación para ficheros (Índices SQL)</a:t>
            </a:r>
            <a:endParaRPr lang="es-ES" sz="3200" dirty="0"/>
          </a:p>
        </p:txBody>
      </p:sp>
      <p:sp>
        <p:nvSpPr>
          <p:cNvPr id="3" name="Marcador de contenido 2">
            <a:extLst>
              <a:ext uri="{FF2B5EF4-FFF2-40B4-BE49-F238E27FC236}">
                <a16:creationId xmlns:a16="http://schemas.microsoft.com/office/drawing/2014/main" id="{CD9810BA-FAA4-A2B1-0B43-C0383356DD20}"/>
              </a:ext>
            </a:extLst>
          </p:cNvPr>
          <p:cNvSpPr>
            <a:spLocks noGrp="1"/>
          </p:cNvSpPr>
          <p:nvPr>
            <p:ph idx="1"/>
          </p:nvPr>
        </p:nvSpPr>
        <p:spPr>
          <a:xfrm>
            <a:off x="975273" y="2131097"/>
            <a:ext cx="9779182" cy="3841078"/>
          </a:xfrm>
        </p:spPr>
        <p:txBody>
          <a:bodyPr rtlCol="0">
            <a:normAutofit fontScale="92500" lnSpcReduction="10000"/>
          </a:bodyPr>
          <a:lstStyle>
            <a:defPPr>
              <a:defRPr lang="es-ES"/>
            </a:defPPr>
          </a:lstStyle>
          <a:p>
            <a:r>
              <a:rPr lang="es-MX" b="1" dirty="0"/>
              <a:t>Buenas prácticas</a:t>
            </a:r>
          </a:p>
          <a:p>
            <a:r>
              <a:rPr lang="es-MX" dirty="0"/>
              <a:t>Crear índices en:</a:t>
            </a:r>
          </a:p>
          <a:p>
            <a:pPr lvl="1"/>
            <a:r>
              <a:rPr lang="es-MX" dirty="0"/>
              <a:t>Columnas usadas en WHERE</a:t>
            </a:r>
          </a:p>
          <a:p>
            <a:pPr lvl="1"/>
            <a:r>
              <a:rPr lang="es-MX" dirty="0" err="1"/>
              <a:t>JOINs</a:t>
            </a:r>
            <a:endParaRPr lang="es-MX" dirty="0"/>
          </a:p>
          <a:p>
            <a:r>
              <a:rPr lang="es-MX" dirty="0"/>
              <a:t>Evitar:</a:t>
            </a:r>
          </a:p>
          <a:p>
            <a:pPr lvl="1"/>
            <a:r>
              <a:rPr lang="es-MX" dirty="0"/>
              <a:t>Demasiados índices</a:t>
            </a:r>
          </a:p>
          <a:p>
            <a:r>
              <a:rPr lang="es-MX" dirty="0"/>
              <a:t>Analizar con:</a:t>
            </a:r>
          </a:p>
          <a:p>
            <a:pPr lvl="1"/>
            <a:r>
              <a:rPr lang="es-MX" dirty="0" err="1"/>
              <a:t>Execution</a:t>
            </a:r>
            <a:r>
              <a:rPr lang="es-MX" dirty="0"/>
              <a:t> </a:t>
            </a:r>
            <a:r>
              <a:rPr lang="es-MX" dirty="0" err="1"/>
              <a:t>Plans</a:t>
            </a:r>
            <a:endParaRPr lang="es-MX" dirty="0"/>
          </a:p>
          <a:p>
            <a:br>
              <a:rPr lang="es-MX" sz="2400" dirty="0"/>
            </a:br>
            <a:endParaRPr lang="es-MX" sz="2400" dirty="0"/>
          </a:p>
        </p:txBody>
      </p:sp>
    </p:spTree>
    <p:extLst>
      <p:ext uri="{BB962C8B-B14F-4D97-AF65-F5344CB8AC3E}">
        <p14:creationId xmlns:p14="http://schemas.microsoft.com/office/powerpoint/2010/main" val="25674021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8A876-7543-6125-E5E5-1AFA7CAF7BEA}"/>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4F99A5A0-44FF-8C26-5D2B-85AC2AC4C40B}"/>
              </a:ext>
            </a:extLst>
          </p:cNvPr>
          <p:cNvSpPr>
            <a:spLocks noGrp="1"/>
          </p:cNvSpPr>
          <p:nvPr>
            <p:ph type="title"/>
          </p:nvPr>
        </p:nvSpPr>
        <p:spPr>
          <a:xfrm>
            <a:off x="1108623" y="-139140"/>
            <a:ext cx="9779183" cy="1744415"/>
          </a:xfrm>
        </p:spPr>
        <p:txBody>
          <a:bodyPr rtlCol="0" anchor="b">
            <a:normAutofit/>
          </a:bodyPr>
          <a:lstStyle>
            <a:defPPr>
              <a:defRPr lang="es-ES"/>
            </a:defPPr>
          </a:lstStyle>
          <a:p>
            <a:r>
              <a:rPr lang="es-MX" sz="3200" dirty="0"/>
              <a:t>Laboratorio</a:t>
            </a:r>
            <a:endParaRPr lang="es-ES" sz="3200" dirty="0"/>
          </a:p>
        </p:txBody>
      </p:sp>
      <p:sp>
        <p:nvSpPr>
          <p:cNvPr id="3" name="Marcador de contenido 2">
            <a:extLst>
              <a:ext uri="{FF2B5EF4-FFF2-40B4-BE49-F238E27FC236}">
                <a16:creationId xmlns:a16="http://schemas.microsoft.com/office/drawing/2014/main" id="{C169706F-8F58-41D9-5EBE-36776B678833}"/>
              </a:ext>
            </a:extLst>
          </p:cNvPr>
          <p:cNvSpPr>
            <a:spLocks noGrp="1"/>
          </p:cNvSpPr>
          <p:nvPr>
            <p:ph idx="1"/>
          </p:nvPr>
        </p:nvSpPr>
        <p:spPr>
          <a:xfrm>
            <a:off x="975273" y="2131097"/>
            <a:ext cx="9779182" cy="3841078"/>
          </a:xfrm>
        </p:spPr>
        <p:txBody>
          <a:bodyPr rtlCol="0">
            <a:normAutofit/>
          </a:bodyPr>
          <a:lstStyle>
            <a:defPPr>
              <a:defRPr lang="es-ES"/>
            </a:defPPr>
          </a:lstStyle>
          <a:p>
            <a:br>
              <a:rPr lang="es-MX" sz="2400" dirty="0"/>
            </a:br>
            <a:endParaRPr lang="es-MX" sz="2400" dirty="0"/>
          </a:p>
        </p:txBody>
      </p:sp>
    </p:spTree>
    <p:extLst>
      <p:ext uri="{BB962C8B-B14F-4D97-AF65-F5344CB8AC3E}">
        <p14:creationId xmlns:p14="http://schemas.microsoft.com/office/powerpoint/2010/main" val="3226480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rtlCol="0"/>
          <a:lstStyle>
            <a:defPPr>
              <a:defRPr lang="es-ES"/>
            </a:defPPr>
          </a:lstStyle>
          <a:p>
            <a:pPr rtl="0"/>
            <a:r>
              <a:rPr lang="es-ES" dirty="0"/>
              <a:t>¡Muchas Gracias!</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Personalizar">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420_TF45331398_Win32" id="{C0135C28-68A3-40E4-BC16-4AD80F3EE0C9}" vid="{17F0BC35-05E6-4450-B170-6A0CA2A0F36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Presentación universal</Template>
  <TotalTime>761</TotalTime>
  <Words>2067</Words>
  <Application>Microsoft Office PowerPoint</Application>
  <PresentationFormat>Panorámica</PresentationFormat>
  <Paragraphs>435</Paragraphs>
  <Slides>43</Slides>
  <Notes>43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43</vt:i4>
      </vt:variant>
    </vt:vector>
  </HeadingPairs>
  <TitlesOfParts>
    <vt:vector size="47" baseType="lpstr">
      <vt:lpstr>Arial</vt:lpstr>
      <vt:lpstr>Calibri</vt:lpstr>
      <vt:lpstr>Tenorite</vt:lpstr>
      <vt:lpstr>Personalizar</vt:lpstr>
      <vt:lpstr>IF-5100 Administración de bases de datos</vt:lpstr>
      <vt:lpstr>Agenda</vt:lpstr>
      <vt:lpstr>Presentación de PowerPoint</vt:lpstr>
      <vt:lpstr>Presentación de PowerPoint</vt:lpstr>
      <vt:lpstr>Presentación de PowerPoint</vt:lpstr>
      <vt:lpstr>Presentación de PowerPoint</vt:lpstr>
      <vt:lpstr>Presentación de PowerPoint</vt:lpstr>
      <vt:lpstr>Presentación de PowerPoint</vt:lpstr>
      <vt:lpstr>Organización física de archivos</vt:lpstr>
      <vt:lpstr>Organización física de archivos</vt:lpstr>
      <vt:lpstr>Medios físicos de almacenamiento</vt:lpstr>
      <vt:lpstr>Medios físicos de almacenamiento</vt:lpstr>
      <vt:lpstr>Presentación de PowerPoint</vt:lpstr>
      <vt:lpstr>Factores de rendimiento del disco HHD</vt:lpstr>
      <vt:lpstr>Medios físicos de almacenamiento</vt:lpstr>
      <vt:lpstr>Medios físicos de almacenamiento</vt:lpstr>
      <vt:lpstr>Comparación rápida</vt:lpstr>
      <vt:lpstr>¿Cómo se almacenan los datos?</vt:lpstr>
      <vt:lpstr>Desfragmentación de disco</vt:lpstr>
      <vt:lpstr>Desfragmentación de disco</vt:lpstr>
      <vt:lpstr>Desfragmentación de disco</vt:lpstr>
      <vt:lpstr>Desfragmentación de disco</vt:lpstr>
      <vt:lpstr>Desfragmentación de disco</vt:lpstr>
      <vt:lpstr>Desfragmentación de disco</vt:lpstr>
      <vt:lpstr>Desfragmentación de disco</vt:lpstr>
      <vt:lpstr>Otras arquitecturas de almacenamiento de datos</vt:lpstr>
      <vt:lpstr>Otras arquitecturas de almacenamiento de datos</vt:lpstr>
      <vt:lpstr>Otras arquitecturas de almacenamiento de datos</vt:lpstr>
      <vt:lpstr>Otras arquitecturas de almacenamiento de datos</vt:lpstr>
      <vt:lpstr>Organizaciones primarias de archivos</vt:lpstr>
      <vt:lpstr>Organizaciones primarias de archivos</vt:lpstr>
      <vt:lpstr>Organizaciones primarias de archivos</vt:lpstr>
      <vt:lpstr>Organizaciones primarias de archivos</vt:lpstr>
      <vt:lpstr>Estructuras de indexación para ficheros (Índices SQL)</vt:lpstr>
      <vt:lpstr>Estructuras de indexación para ficheros (Índices SQL)</vt:lpstr>
      <vt:lpstr>Estructuras de indexación para ficheros (Índices SQL)</vt:lpstr>
      <vt:lpstr>Estructuras de indexación para ficheros (Índices SQL)</vt:lpstr>
      <vt:lpstr>Estructuras de indexación para ficheros (Índices SQL)</vt:lpstr>
      <vt:lpstr>Estructuras de indexación para ficheros (Índices SQL)</vt:lpstr>
      <vt:lpstr>Estructuras de indexación para ficheros (Índices SQL)</vt:lpstr>
      <vt:lpstr>Estructuras de indexación para ficheros (Índices SQL)</vt:lpstr>
      <vt:lpstr>Laboratorio</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QUESADA CASTILLO RANDALL JOSUE</dc:creator>
  <cp:lastModifiedBy>QUESADA CASTILLO RANDALL JOSUE</cp:lastModifiedBy>
  <cp:revision>1</cp:revision>
  <dcterms:created xsi:type="dcterms:W3CDTF">2026-03-09T18:31:26Z</dcterms:created>
  <dcterms:modified xsi:type="dcterms:W3CDTF">2026-03-20T23:14:47Z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